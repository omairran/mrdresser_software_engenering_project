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5" r:id="rId5"/>
    <p:sldId id="286" r:id="rId6"/>
    <p:sldId id="289" r:id="rId7"/>
    <p:sldId id="282" r:id="rId8"/>
    <p:sldId id="265" r:id="rId9"/>
    <p:sldId id="266" r:id="rId10"/>
    <p:sldId id="278" r:id="rId11"/>
    <p:sldId id="279" r:id="rId12"/>
    <p:sldId id="290" r:id="rId13"/>
    <p:sldId id="280" r:id="rId14"/>
    <p:sldId id="281" r:id="rId15"/>
    <p:sldId id="267" r:id="rId16"/>
    <p:sldId id="270" r:id="rId17"/>
    <p:sldId id="269" r:id="rId18"/>
    <p:sldId id="271" r:id="rId19"/>
    <p:sldId id="268" r:id="rId20"/>
    <p:sldId id="262" r:id="rId21"/>
    <p:sldId id="272" r:id="rId22"/>
    <p:sldId id="263" r:id="rId23"/>
    <p:sldId id="264" r:id="rId24"/>
    <p:sldId id="273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E64EE-845C-4828-89AA-857F0E8ABBB2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A28A7F-6FC1-4EA5-B0AC-39AC6A38C9FA}">
      <dgm:prSet/>
      <dgm:spPr/>
      <dgm:t>
        <a:bodyPr/>
        <a:lstStyle/>
        <a:p>
          <a:r>
            <a:rPr lang="en-US" b="1" dirty="0"/>
            <a:t>Functional Testing</a:t>
          </a:r>
          <a:endParaRPr lang="en-US" dirty="0"/>
        </a:p>
      </dgm:t>
    </dgm:pt>
    <dgm:pt modelId="{9FC0EEDB-4B4F-4B40-B60D-494ABC60EC0D}" type="sibTrans" cxnId="{15F6A38A-D41D-419F-9E92-241EFF367D32}">
      <dgm:prSet/>
      <dgm:spPr/>
      <dgm:t>
        <a:bodyPr/>
        <a:lstStyle/>
        <a:p>
          <a:endParaRPr lang="en-US"/>
        </a:p>
      </dgm:t>
    </dgm:pt>
    <dgm:pt modelId="{ACE66FB6-6330-40C0-914A-A2F3AAE3FF05}" type="parTrans" cxnId="{15F6A38A-D41D-419F-9E92-241EFF367D32}">
      <dgm:prSet/>
      <dgm:spPr/>
      <dgm:t>
        <a:bodyPr/>
        <a:lstStyle/>
        <a:p>
          <a:endParaRPr lang="en-US"/>
        </a:p>
      </dgm:t>
    </dgm:pt>
    <dgm:pt modelId="{869F42DE-3A69-4C1E-B174-95FEC202174E}">
      <dgm:prSet/>
      <dgm:spPr/>
      <dgm:t>
        <a:bodyPr/>
        <a:lstStyle/>
        <a:p>
          <a:r>
            <a:rPr lang="en-US" b="1" dirty="0"/>
            <a:t>UI and Workflow Validation</a:t>
          </a:r>
          <a:endParaRPr lang="en-US" dirty="0"/>
        </a:p>
      </dgm:t>
    </dgm:pt>
    <dgm:pt modelId="{B68D1C9C-6C43-45A2-8567-45FE8DDEA360}" type="parTrans" cxnId="{D5C73800-CE4F-4D7D-885A-ABA0F99ABB2E}">
      <dgm:prSet/>
      <dgm:spPr/>
      <dgm:t>
        <a:bodyPr/>
        <a:lstStyle/>
        <a:p>
          <a:endParaRPr lang="en-US"/>
        </a:p>
      </dgm:t>
    </dgm:pt>
    <dgm:pt modelId="{0A4F7A96-57FB-41E6-9A2C-DCD2DDB0644A}" type="sibTrans" cxnId="{D5C73800-CE4F-4D7D-885A-ABA0F99ABB2E}">
      <dgm:prSet/>
      <dgm:spPr/>
      <dgm:t>
        <a:bodyPr/>
        <a:lstStyle/>
        <a:p>
          <a:endParaRPr lang="en-US"/>
        </a:p>
      </dgm:t>
    </dgm:pt>
    <dgm:pt modelId="{93972535-14EE-41D0-8EEF-83F47FB2AC49}">
      <dgm:prSet/>
      <dgm:spPr/>
      <dgm:t>
        <a:bodyPr/>
        <a:lstStyle/>
        <a:p>
          <a:r>
            <a:rPr lang="en-US" b="1" dirty="0"/>
            <a:t>Black-box Testing</a:t>
          </a:r>
          <a:endParaRPr lang="en-US" dirty="0"/>
        </a:p>
      </dgm:t>
    </dgm:pt>
    <dgm:pt modelId="{3549D381-D04A-4093-B884-26F9EF4285DF}" type="parTrans" cxnId="{364B4DE8-6A71-403D-AE1B-94FAE4A1ABA2}">
      <dgm:prSet/>
      <dgm:spPr/>
      <dgm:t>
        <a:bodyPr/>
        <a:lstStyle/>
        <a:p>
          <a:endParaRPr lang="en-US"/>
        </a:p>
      </dgm:t>
    </dgm:pt>
    <dgm:pt modelId="{001B3888-1AD2-41E1-860D-85D706732E73}" type="sibTrans" cxnId="{364B4DE8-6A71-403D-AE1B-94FAE4A1ABA2}">
      <dgm:prSet/>
      <dgm:spPr/>
      <dgm:t>
        <a:bodyPr/>
        <a:lstStyle/>
        <a:p>
          <a:endParaRPr lang="en-US"/>
        </a:p>
      </dgm:t>
    </dgm:pt>
    <dgm:pt modelId="{09096E8F-5E8A-44BD-83A5-A8A46AA380A6}">
      <dgm:prSet/>
      <dgm:spPr/>
      <dgm:t>
        <a:bodyPr/>
        <a:lstStyle/>
        <a:p>
          <a:r>
            <a:rPr lang="en-US" b="1"/>
            <a:t>Module-wise Feature Verification</a:t>
          </a:r>
          <a:endParaRPr lang="en-US" dirty="0"/>
        </a:p>
      </dgm:t>
    </dgm:pt>
    <dgm:pt modelId="{4AE3D131-B49D-44FC-B612-2335E3DC8160}" type="parTrans" cxnId="{E58FF228-827B-485C-9C8D-3C3E751ACC9D}">
      <dgm:prSet/>
      <dgm:spPr/>
      <dgm:t>
        <a:bodyPr/>
        <a:lstStyle/>
        <a:p>
          <a:endParaRPr lang="en-US"/>
        </a:p>
      </dgm:t>
    </dgm:pt>
    <dgm:pt modelId="{62CB4BC2-2F3A-43E9-82CA-0A2A4D92BD76}" type="sibTrans" cxnId="{E58FF228-827B-485C-9C8D-3C3E751ACC9D}">
      <dgm:prSet/>
      <dgm:spPr/>
      <dgm:t>
        <a:bodyPr/>
        <a:lstStyle/>
        <a:p>
          <a:endParaRPr lang="en-US"/>
        </a:p>
      </dgm:t>
    </dgm:pt>
    <dgm:pt modelId="{55EBBCBC-709F-4374-B1E1-D93B84E03F39}" type="pres">
      <dgm:prSet presAssocID="{F1BE64EE-845C-4828-89AA-857F0E8ABBB2}" presName="vert0" presStyleCnt="0">
        <dgm:presLayoutVars>
          <dgm:dir/>
          <dgm:animOne val="branch"/>
          <dgm:animLvl val="lvl"/>
        </dgm:presLayoutVars>
      </dgm:prSet>
      <dgm:spPr/>
    </dgm:pt>
    <dgm:pt modelId="{B08FD0DE-EA67-4E6C-A3BB-928311373257}" type="pres">
      <dgm:prSet presAssocID="{869F42DE-3A69-4C1E-B174-95FEC202174E}" presName="thickLine" presStyleLbl="alignNode1" presStyleIdx="0" presStyleCnt="4"/>
      <dgm:spPr/>
    </dgm:pt>
    <dgm:pt modelId="{FA506845-FC01-4FFD-832A-D1E75D4AD0C0}" type="pres">
      <dgm:prSet presAssocID="{869F42DE-3A69-4C1E-B174-95FEC202174E}" presName="horz1" presStyleCnt="0"/>
      <dgm:spPr/>
    </dgm:pt>
    <dgm:pt modelId="{2CE97954-A6CF-4D63-841F-B57031A31990}" type="pres">
      <dgm:prSet presAssocID="{869F42DE-3A69-4C1E-B174-95FEC202174E}" presName="tx1" presStyleLbl="revTx" presStyleIdx="0" presStyleCnt="4"/>
      <dgm:spPr/>
    </dgm:pt>
    <dgm:pt modelId="{A843EEB5-B144-4114-A857-6446D2853C36}" type="pres">
      <dgm:prSet presAssocID="{869F42DE-3A69-4C1E-B174-95FEC202174E}" presName="vert1" presStyleCnt="0"/>
      <dgm:spPr/>
    </dgm:pt>
    <dgm:pt modelId="{C9E4ABCF-75C5-433A-B6DF-3C79F19442C4}" type="pres">
      <dgm:prSet presAssocID="{93972535-14EE-41D0-8EEF-83F47FB2AC49}" presName="thickLine" presStyleLbl="alignNode1" presStyleIdx="1" presStyleCnt="4"/>
      <dgm:spPr/>
    </dgm:pt>
    <dgm:pt modelId="{401B086C-3280-4CF6-969F-7807D467F582}" type="pres">
      <dgm:prSet presAssocID="{93972535-14EE-41D0-8EEF-83F47FB2AC49}" presName="horz1" presStyleCnt="0"/>
      <dgm:spPr/>
    </dgm:pt>
    <dgm:pt modelId="{7759947C-A70A-4A16-9006-E79B0CF60ECA}" type="pres">
      <dgm:prSet presAssocID="{93972535-14EE-41D0-8EEF-83F47FB2AC49}" presName="tx1" presStyleLbl="revTx" presStyleIdx="1" presStyleCnt="4"/>
      <dgm:spPr/>
    </dgm:pt>
    <dgm:pt modelId="{3C85B2F2-1953-42C5-8422-2361E35E041F}" type="pres">
      <dgm:prSet presAssocID="{93972535-14EE-41D0-8EEF-83F47FB2AC49}" presName="vert1" presStyleCnt="0"/>
      <dgm:spPr/>
    </dgm:pt>
    <dgm:pt modelId="{26E86FA7-AC61-410B-A2ED-3872E4855F70}" type="pres">
      <dgm:prSet presAssocID="{09096E8F-5E8A-44BD-83A5-A8A46AA380A6}" presName="thickLine" presStyleLbl="alignNode1" presStyleIdx="2" presStyleCnt="4"/>
      <dgm:spPr/>
    </dgm:pt>
    <dgm:pt modelId="{4388AC31-E5C3-42F8-8BA8-3BE040AB49FA}" type="pres">
      <dgm:prSet presAssocID="{09096E8F-5E8A-44BD-83A5-A8A46AA380A6}" presName="horz1" presStyleCnt="0"/>
      <dgm:spPr/>
    </dgm:pt>
    <dgm:pt modelId="{C10637D4-8722-400A-872C-E2B5B4DFECF6}" type="pres">
      <dgm:prSet presAssocID="{09096E8F-5E8A-44BD-83A5-A8A46AA380A6}" presName="tx1" presStyleLbl="revTx" presStyleIdx="2" presStyleCnt="4"/>
      <dgm:spPr/>
    </dgm:pt>
    <dgm:pt modelId="{B0AB5588-4C85-4C13-B1A7-AAD743ABFBBE}" type="pres">
      <dgm:prSet presAssocID="{09096E8F-5E8A-44BD-83A5-A8A46AA380A6}" presName="vert1" presStyleCnt="0"/>
      <dgm:spPr/>
    </dgm:pt>
    <dgm:pt modelId="{57904903-58C9-4B6C-A517-DD6F008163F6}" type="pres">
      <dgm:prSet presAssocID="{E9A28A7F-6FC1-4EA5-B0AC-39AC6A38C9FA}" presName="thickLine" presStyleLbl="alignNode1" presStyleIdx="3" presStyleCnt="4"/>
      <dgm:spPr/>
    </dgm:pt>
    <dgm:pt modelId="{291C3C04-C4D6-48BA-98CD-E58EC87BBE77}" type="pres">
      <dgm:prSet presAssocID="{E9A28A7F-6FC1-4EA5-B0AC-39AC6A38C9FA}" presName="horz1" presStyleCnt="0"/>
      <dgm:spPr/>
    </dgm:pt>
    <dgm:pt modelId="{598BED72-294C-491B-9DEA-74B07C6F7C83}" type="pres">
      <dgm:prSet presAssocID="{E9A28A7F-6FC1-4EA5-B0AC-39AC6A38C9FA}" presName="tx1" presStyleLbl="revTx" presStyleIdx="3" presStyleCnt="4"/>
      <dgm:spPr/>
    </dgm:pt>
    <dgm:pt modelId="{9E6CE8B4-15EE-4740-A1B3-D181AAEC50AF}" type="pres">
      <dgm:prSet presAssocID="{E9A28A7F-6FC1-4EA5-B0AC-39AC6A38C9FA}" presName="vert1" presStyleCnt="0"/>
      <dgm:spPr/>
    </dgm:pt>
  </dgm:ptLst>
  <dgm:cxnLst>
    <dgm:cxn modelId="{D5C73800-CE4F-4D7D-885A-ABA0F99ABB2E}" srcId="{F1BE64EE-845C-4828-89AA-857F0E8ABBB2}" destId="{869F42DE-3A69-4C1E-B174-95FEC202174E}" srcOrd="0" destOrd="0" parTransId="{B68D1C9C-6C43-45A2-8567-45FE8DDEA360}" sibTransId="{0A4F7A96-57FB-41E6-9A2C-DCD2DDB0644A}"/>
    <dgm:cxn modelId="{E58FF228-827B-485C-9C8D-3C3E751ACC9D}" srcId="{F1BE64EE-845C-4828-89AA-857F0E8ABBB2}" destId="{09096E8F-5E8A-44BD-83A5-A8A46AA380A6}" srcOrd="2" destOrd="0" parTransId="{4AE3D131-B49D-44FC-B612-2335E3DC8160}" sibTransId="{62CB4BC2-2F3A-43E9-82CA-0A2A4D92BD76}"/>
    <dgm:cxn modelId="{44EFCA2B-5EEB-4DEC-8BFB-0E8570E1272F}" type="presOf" srcId="{F1BE64EE-845C-4828-89AA-857F0E8ABBB2}" destId="{55EBBCBC-709F-4374-B1E1-D93B84E03F39}" srcOrd="0" destOrd="0" presId="urn:microsoft.com/office/officeart/2008/layout/LinedList"/>
    <dgm:cxn modelId="{0AFA5A34-48BC-4B07-8DF5-F252EEDA8EEF}" type="presOf" srcId="{93972535-14EE-41D0-8EEF-83F47FB2AC49}" destId="{7759947C-A70A-4A16-9006-E79B0CF60ECA}" srcOrd="0" destOrd="0" presId="urn:microsoft.com/office/officeart/2008/layout/LinedList"/>
    <dgm:cxn modelId="{6E5BD464-D744-4F63-AA91-A6CAFEF75D1F}" type="presOf" srcId="{869F42DE-3A69-4C1E-B174-95FEC202174E}" destId="{2CE97954-A6CF-4D63-841F-B57031A31990}" srcOrd="0" destOrd="0" presId="urn:microsoft.com/office/officeart/2008/layout/LinedList"/>
    <dgm:cxn modelId="{15F6A38A-D41D-419F-9E92-241EFF367D32}" srcId="{F1BE64EE-845C-4828-89AA-857F0E8ABBB2}" destId="{E9A28A7F-6FC1-4EA5-B0AC-39AC6A38C9FA}" srcOrd="3" destOrd="0" parTransId="{ACE66FB6-6330-40C0-914A-A2F3AAE3FF05}" sibTransId="{9FC0EEDB-4B4F-4B40-B60D-494ABC60EC0D}"/>
    <dgm:cxn modelId="{487CB093-3E26-403C-889B-EE467D4F8F2F}" type="presOf" srcId="{09096E8F-5E8A-44BD-83A5-A8A46AA380A6}" destId="{C10637D4-8722-400A-872C-E2B5B4DFECF6}" srcOrd="0" destOrd="0" presId="urn:microsoft.com/office/officeart/2008/layout/LinedList"/>
    <dgm:cxn modelId="{574E27A8-2CBB-486A-B4C1-616CA99B3CBC}" type="presOf" srcId="{E9A28A7F-6FC1-4EA5-B0AC-39AC6A38C9FA}" destId="{598BED72-294C-491B-9DEA-74B07C6F7C83}" srcOrd="0" destOrd="0" presId="urn:microsoft.com/office/officeart/2008/layout/LinedList"/>
    <dgm:cxn modelId="{364B4DE8-6A71-403D-AE1B-94FAE4A1ABA2}" srcId="{F1BE64EE-845C-4828-89AA-857F0E8ABBB2}" destId="{93972535-14EE-41D0-8EEF-83F47FB2AC49}" srcOrd="1" destOrd="0" parTransId="{3549D381-D04A-4093-B884-26F9EF4285DF}" sibTransId="{001B3888-1AD2-41E1-860D-85D706732E73}"/>
    <dgm:cxn modelId="{1E7AC743-76C7-4C1E-8B7A-5525CB286331}" type="presParOf" srcId="{55EBBCBC-709F-4374-B1E1-D93B84E03F39}" destId="{B08FD0DE-EA67-4E6C-A3BB-928311373257}" srcOrd="0" destOrd="0" presId="urn:microsoft.com/office/officeart/2008/layout/LinedList"/>
    <dgm:cxn modelId="{B79351D5-2ADE-4A18-943F-7431BBB89D15}" type="presParOf" srcId="{55EBBCBC-709F-4374-B1E1-D93B84E03F39}" destId="{FA506845-FC01-4FFD-832A-D1E75D4AD0C0}" srcOrd="1" destOrd="0" presId="urn:microsoft.com/office/officeart/2008/layout/LinedList"/>
    <dgm:cxn modelId="{F4C3D589-18CA-4366-B2AA-0E79D7968823}" type="presParOf" srcId="{FA506845-FC01-4FFD-832A-D1E75D4AD0C0}" destId="{2CE97954-A6CF-4D63-841F-B57031A31990}" srcOrd="0" destOrd="0" presId="urn:microsoft.com/office/officeart/2008/layout/LinedList"/>
    <dgm:cxn modelId="{382629C7-83FC-4178-99FF-5F53C40E7FFA}" type="presParOf" srcId="{FA506845-FC01-4FFD-832A-D1E75D4AD0C0}" destId="{A843EEB5-B144-4114-A857-6446D2853C36}" srcOrd="1" destOrd="0" presId="urn:microsoft.com/office/officeart/2008/layout/LinedList"/>
    <dgm:cxn modelId="{73C6C305-30F1-407F-9859-1ED442696C26}" type="presParOf" srcId="{55EBBCBC-709F-4374-B1E1-D93B84E03F39}" destId="{C9E4ABCF-75C5-433A-B6DF-3C79F19442C4}" srcOrd="2" destOrd="0" presId="urn:microsoft.com/office/officeart/2008/layout/LinedList"/>
    <dgm:cxn modelId="{34421AE1-0F95-42B7-B042-88B392AFC6D6}" type="presParOf" srcId="{55EBBCBC-709F-4374-B1E1-D93B84E03F39}" destId="{401B086C-3280-4CF6-969F-7807D467F582}" srcOrd="3" destOrd="0" presId="urn:microsoft.com/office/officeart/2008/layout/LinedList"/>
    <dgm:cxn modelId="{6172EEBE-974E-4498-98AF-EA3E3EFB0405}" type="presParOf" srcId="{401B086C-3280-4CF6-969F-7807D467F582}" destId="{7759947C-A70A-4A16-9006-E79B0CF60ECA}" srcOrd="0" destOrd="0" presId="urn:microsoft.com/office/officeart/2008/layout/LinedList"/>
    <dgm:cxn modelId="{A6EE8387-DB87-4A50-8935-30D94C83C0F8}" type="presParOf" srcId="{401B086C-3280-4CF6-969F-7807D467F582}" destId="{3C85B2F2-1953-42C5-8422-2361E35E041F}" srcOrd="1" destOrd="0" presId="urn:microsoft.com/office/officeart/2008/layout/LinedList"/>
    <dgm:cxn modelId="{2C1562F2-CB1C-49F0-B6B7-DD65C9F63F74}" type="presParOf" srcId="{55EBBCBC-709F-4374-B1E1-D93B84E03F39}" destId="{26E86FA7-AC61-410B-A2ED-3872E4855F70}" srcOrd="4" destOrd="0" presId="urn:microsoft.com/office/officeart/2008/layout/LinedList"/>
    <dgm:cxn modelId="{8E398FDA-2543-40F5-8F87-340418ED4933}" type="presParOf" srcId="{55EBBCBC-709F-4374-B1E1-D93B84E03F39}" destId="{4388AC31-E5C3-42F8-8BA8-3BE040AB49FA}" srcOrd="5" destOrd="0" presId="urn:microsoft.com/office/officeart/2008/layout/LinedList"/>
    <dgm:cxn modelId="{C5BB6B48-853F-4957-91CE-B458A0697C87}" type="presParOf" srcId="{4388AC31-E5C3-42F8-8BA8-3BE040AB49FA}" destId="{C10637D4-8722-400A-872C-E2B5B4DFECF6}" srcOrd="0" destOrd="0" presId="urn:microsoft.com/office/officeart/2008/layout/LinedList"/>
    <dgm:cxn modelId="{21BBC552-70F2-403C-AD89-BE1FA9AC65DD}" type="presParOf" srcId="{4388AC31-E5C3-42F8-8BA8-3BE040AB49FA}" destId="{B0AB5588-4C85-4C13-B1A7-AAD743ABFBBE}" srcOrd="1" destOrd="0" presId="urn:microsoft.com/office/officeart/2008/layout/LinedList"/>
    <dgm:cxn modelId="{10B35342-1874-483F-B98C-880D71D8BC7C}" type="presParOf" srcId="{55EBBCBC-709F-4374-B1E1-D93B84E03F39}" destId="{57904903-58C9-4B6C-A517-DD6F008163F6}" srcOrd="6" destOrd="0" presId="urn:microsoft.com/office/officeart/2008/layout/LinedList"/>
    <dgm:cxn modelId="{2BCF8B6E-EAB6-48E0-85F5-85B665969A9E}" type="presParOf" srcId="{55EBBCBC-709F-4374-B1E1-D93B84E03F39}" destId="{291C3C04-C4D6-48BA-98CD-E58EC87BBE77}" srcOrd="7" destOrd="0" presId="urn:microsoft.com/office/officeart/2008/layout/LinedList"/>
    <dgm:cxn modelId="{84D2B7CB-515D-4EF7-891E-77F9F46A1977}" type="presParOf" srcId="{291C3C04-C4D6-48BA-98CD-E58EC87BBE77}" destId="{598BED72-294C-491B-9DEA-74B07C6F7C83}" srcOrd="0" destOrd="0" presId="urn:microsoft.com/office/officeart/2008/layout/LinedList"/>
    <dgm:cxn modelId="{7382E0D7-2AFE-47DE-B58F-826B3674C28C}" type="presParOf" srcId="{291C3C04-C4D6-48BA-98CD-E58EC87BBE77}" destId="{9E6CE8B4-15EE-4740-A1B3-D181AAEC50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067889-FE65-4A7E-AA04-D3BE6550D42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CA35E6-BEA5-4301-A6C6-48A38B129D0D}">
      <dgm:prSet/>
      <dgm:spPr/>
      <dgm:t>
        <a:bodyPr/>
        <a:lstStyle/>
        <a:p>
          <a:r>
            <a:rPr lang="en-US" b="1"/>
            <a:t>User Profile Interface</a:t>
          </a:r>
          <a:endParaRPr lang="en-US"/>
        </a:p>
      </dgm:t>
    </dgm:pt>
    <dgm:pt modelId="{FBA1F126-28ED-4873-9C3E-26AF027260A1}" type="parTrans" cxnId="{1355463C-5E59-4B43-A9F7-14A69A261DDD}">
      <dgm:prSet/>
      <dgm:spPr/>
      <dgm:t>
        <a:bodyPr/>
        <a:lstStyle/>
        <a:p>
          <a:endParaRPr lang="en-US"/>
        </a:p>
      </dgm:t>
    </dgm:pt>
    <dgm:pt modelId="{1B4AADED-55CC-49F4-8630-3EB4262EE9CC}" type="sibTrans" cxnId="{1355463C-5E59-4B43-A9F7-14A69A261DDD}">
      <dgm:prSet/>
      <dgm:spPr/>
      <dgm:t>
        <a:bodyPr/>
        <a:lstStyle/>
        <a:p>
          <a:endParaRPr lang="en-US"/>
        </a:p>
      </dgm:t>
    </dgm:pt>
    <dgm:pt modelId="{565675BB-2FD4-4FAB-8198-4CD862583B20}">
      <dgm:prSet/>
      <dgm:spPr/>
      <dgm:t>
        <a:bodyPr/>
        <a:lstStyle/>
        <a:p>
          <a:r>
            <a:rPr lang="en-US" dirty="0"/>
            <a:t>TC_UI_01: Create/Update Profile –  PASS</a:t>
          </a:r>
        </a:p>
      </dgm:t>
    </dgm:pt>
    <dgm:pt modelId="{5523F18E-3CE5-490E-93B8-FF316D0A6246}" type="parTrans" cxnId="{F46010CE-6431-44E3-A119-B096A3CD3DBE}">
      <dgm:prSet/>
      <dgm:spPr/>
      <dgm:t>
        <a:bodyPr/>
        <a:lstStyle/>
        <a:p>
          <a:endParaRPr lang="en-US"/>
        </a:p>
      </dgm:t>
    </dgm:pt>
    <dgm:pt modelId="{314F8A4F-0A60-4AA7-8D74-A6B689236C16}" type="sibTrans" cxnId="{F46010CE-6431-44E3-A119-B096A3CD3DBE}">
      <dgm:prSet/>
      <dgm:spPr/>
      <dgm:t>
        <a:bodyPr/>
        <a:lstStyle/>
        <a:p>
          <a:endParaRPr lang="en-US"/>
        </a:p>
      </dgm:t>
    </dgm:pt>
    <dgm:pt modelId="{A73CC5C0-F2E0-46C9-9327-8629ACC34993}">
      <dgm:prSet/>
      <dgm:spPr/>
      <dgm:t>
        <a:bodyPr/>
        <a:lstStyle/>
        <a:p>
          <a:r>
            <a:rPr lang="en-US"/>
            <a:t>TC_UI_02: Upload Image for ML Analysis – PASS</a:t>
          </a:r>
        </a:p>
      </dgm:t>
    </dgm:pt>
    <dgm:pt modelId="{33F9204C-CF21-4270-8673-AD26C809EBAA}" type="parTrans" cxnId="{EB88CA48-76AB-41B8-B4BD-350EBCA72B78}">
      <dgm:prSet/>
      <dgm:spPr/>
      <dgm:t>
        <a:bodyPr/>
        <a:lstStyle/>
        <a:p>
          <a:endParaRPr lang="en-US"/>
        </a:p>
      </dgm:t>
    </dgm:pt>
    <dgm:pt modelId="{1373186C-FD71-4A7F-8AF5-91645D094C45}" type="sibTrans" cxnId="{EB88CA48-76AB-41B8-B4BD-350EBCA72B78}">
      <dgm:prSet/>
      <dgm:spPr/>
      <dgm:t>
        <a:bodyPr/>
        <a:lstStyle/>
        <a:p>
          <a:endParaRPr lang="en-US"/>
        </a:p>
      </dgm:t>
    </dgm:pt>
    <dgm:pt modelId="{A6F7570E-0BEB-43BD-BDE8-88581A7D599B}">
      <dgm:prSet/>
      <dgm:spPr/>
      <dgm:t>
        <a:bodyPr/>
        <a:lstStyle/>
        <a:p>
          <a:r>
            <a:rPr lang="en-US" b="1"/>
            <a:t>Recommendation Interface</a:t>
          </a:r>
          <a:endParaRPr lang="en-US"/>
        </a:p>
      </dgm:t>
    </dgm:pt>
    <dgm:pt modelId="{CC0B2A24-3072-43DB-BBF4-0DDB2AFD384E}" type="parTrans" cxnId="{73008B5C-7482-4B0C-AB9F-A0F35972538C}">
      <dgm:prSet/>
      <dgm:spPr/>
      <dgm:t>
        <a:bodyPr/>
        <a:lstStyle/>
        <a:p>
          <a:endParaRPr lang="en-US"/>
        </a:p>
      </dgm:t>
    </dgm:pt>
    <dgm:pt modelId="{E40B4D87-132B-42D5-B7F0-07CA8BF53380}" type="sibTrans" cxnId="{73008B5C-7482-4B0C-AB9F-A0F35972538C}">
      <dgm:prSet/>
      <dgm:spPr/>
      <dgm:t>
        <a:bodyPr/>
        <a:lstStyle/>
        <a:p>
          <a:endParaRPr lang="en-US"/>
        </a:p>
      </dgm:t>
    </dgm:pt>
    <dgm:pt modelId="{5B86F6ED-11FB-453E-AA59-1FD2483F332D}">
      <dgm:prSet/>
      <dgm:spPr/>
      <dgm:t>
        <a:bodyPr/>
        <a:lstStyle/>
        <a:p>
          <a:r>
            <a:rPr lang="en-US"/>
            <a:t>TC_REC_01: Generate Outfit Recommendations – PASS</a:t>
          </a:r>
        </a:p>
      </dgm:t>
    </dgm:pt>
    <dgm:pt modelId="{2E8A82B0-D7F8-435B-8386-2B317CD80303}" type="parTrans" cxnId="{E02EC976-CA20-4638-9F4D-91DFAFBA5140}">
      <dgm:prSet/>
      <dgm:spPr/>
      <dgm:t>
        <a:bodyPr/>
        <a:lstStyle/>
        <a:p>
          <a:endParaRPr lang="en-US"/>
        </a:p>
      </dgm:t>
    </dgm:pt>
    <dgm:pt modelId="{71F480CC-C041-4186-8A6E-C733914194E4}" type="sibTrans" cxnId="{E02EC976-CA20-4638-9F4D-91DFAFBA5140}">
      <dgm:prSet/>
      <dgm:spPr/>
      <dgm:t>
        <a:bodyPr/>
        <a:lstStyle/>
        <a:p>
          <a:endParaRPr lang="en-US"/>
        </a:p>
      </dgm:t>
    </dgm:pt>
    <dgm:pt modelId="{82746160-71BA-4711-AE00-6F39011220F6}">
      <dgm:prSet/>
      <dgm:spPr/>
      <dgm:t>
        <a:bodyPr/>
        <a:lstStyle/>
        <a:p>
          <a:r>
            <a:rPr lang="en-US" dirty="0"/>
            <a:t>TC_REC_02: Update Recommendations – PASS</a:t>
          </a:r>
        </a:p>
      </dgm:t>
    </dgm:pt>
    <dgm:pt modelId="{2C9C3DDC-7DCF-401B-9277-421C2AC49663}" type="parTrans" cxnId="{253223DE-C3B0-4BC0-8375-F482F1609DC8}">
      <dgm:prSet/>
      <dgm:spPr/>
      <dgm:t>
        <a:bodyPr/>
        <a:lstStyle/>
        <a:p>
          <a:endParaRPr lang="en-US"/>
        </a:p>
      </dgm:t>
    </dgm:pt>
    <dgm:pt modelId="{E31020DE-045E-40C7-8E41-A226D5C54DFF}" type="sibTrans" cxnId="{253223DE-C3B0-4BC0-8375-F482F1609DC8}">
      <dgm:prSet/>
      <dgm:spPr/>
      <dgm:t>
        <a:bodyPr/>
        <a:lstStyle/>
        <a:p>
          <a:endParaRPr lang="en-US"/>
        </a:p>
      </dgm:t>
    </dgm:pt>
    <dgm:pt modelId="{6F52BB9E-0EDC-4904-8244-5C54E74D4C48}">
      <dgm:prSet/>
      <dgm:spPr/>
      <dgm:t>
        <a:bodyPr/>
        <a:lstStyle/>
        <a:p>
          <a:r>
            <a:rPr lang="en-US" b="1"/>
            <a:t>Vendor Dashboard</a:t>
          </a:r>
          <a:endParaRPr lang="en-US"/>
        </a:p>
      </dgm:t>
    </dgm:pt>
    <dgm:pt modelId="{DE5BE4F7-94B0-4183-BC2F-21EF84AE9C03}" type="parTrans" cxnId="{F38F56FA-E41F-48D8-B12E-A0C09A732F69}">
      <dgm:prSet/>
      <dgm:spPr/>
      <dgm:t>
        <a:bodyPr/>
        <a:lstStyle/>
        <a:p>
          <a:endParaRPr lang="en-US"/>
        </a:p>
      </dgm:t>
    </dgm:pt>
    <dgm:pt modelId="{5F687C5B-8B7D-4218-A7A4-9008F7802182}" type="sibTrans" cxnId="{F38F56FA-E41F-48D8-B12E-A0C09A732F69}">
      <dgm:prSet/>
      <dgm:spPr/>
      <dgm:t>
        <a:bodyPr/>
        <a:lstStyle/>
        <a:p>
          <a:endParaRPr lang="en-US"/>
        </a:p>
      </dgm:t>
    </dgm:pt>
    <dgm:pt modelId="{53E113F4-A939-4E5F-852B-AA1334A1E849}">
      <dgm:prSet/>
      <dgm:spPr/>
      <dgm:t>
        <a:bodyPr/>
        <a:lstStyle/>
        <a:p>
          <a:r>
            <a:rPr lang="en-US"/>
            <a:t>TC_VD_01: Upload Product – PASS</a:t>
          </a:r>
        </a:p>
      </dgm:t>
    </dgm:pt>
    <dgm:pt modelId="{E1D9FA60-6B42-4B22-BA0B-1D07BD321F3D}" type="parTrans" cxnId="{0D2817D1-1B57-4C71-9445-1FE703D0AA47}">
      <dgm:prSet/>
      <dgm:spPr/>
      <dgm:t>
        <a:bodyPr/>
        <a:lstStyle/>
        <a:p>
          <a:endParaRPr lang="en-US"/>
        </a:p>
      </dgm:t>
    </dgm:pt>
    <dgm:pt modelId="{58DD043D-9B71-4085-BDAA-B222E1AD565E}" type="sibTrans" cxnId="{0D2817D1-1B57-4C71-9445-1FE703D0AA47}">
      <dgm:prSet/>
      <dgm:spPr/>
      <dgm:t>
        <a:bodyPr/>
        <a:lstStyle/>
        <a:p>
          <a:endParaRPr lang="en-US"/>
        </a:p>
      </dgm:t>
    </dgm:pt>
    <dgm:pt modelId="{6CC99642-B4F8-418A-A73B-B92F2197BBFC}">
      <dgm:prSet/>
      <dgm:spPr/>
      <dgm:t>
        <a:bodyPr/>
        <a:lstStyle/>
        <a:p>
          <a:r>
            <a:rPr lang="en-US"/>
            <a:t>TC_VD_02: View Product Listing – PASS</a:t>
          </a:r>
        </a:p>
      </dgm:t>
    </dgm:pt>
    <dgm:pt modelId="{AF58DB9C-9059-4AC7-B3DA-3E462E3A8B7A}" type="parTrans" cxnId="{C2B5C773-68A8-4827-93BC-80958DE518F4}">
      <dgm:prSet/>
      <dgm:spPr/>
      <dgm:t>
        <a:bodyPr/>
        <a:lstStyle/>
        <a:p>
          <a:endParaRPr lang="en-US"/>
        </a:p>
      </dgm:t>
    </dgm:pt>
    <dgm:pt modelId="{4BEA3C17-1EF2-4D20-AD5D-AC1AA88AC90E}" type="sibTrans" cxnId="{C2B5C773-68A8-4827-93BC-80958DE518F4}">
      <dgm:prSet/>
      <dgm:spPr/>
      <dgm:t>
        <a:bodyPr/>
        <a:lstStyle/>
        <a:p>
          <a:endParaRPr lang="en-US"/>
        </a:p>
      </dgm:t>
    </dgm:pt>
    <dgm:pt modelId="{F8340679-A77D-4FC3-BB9F-9F94DC02BA43}">
      <dgm:prSet/>
      <dgm:spPr/>
      <dgm:t>
        <a:bodyPr/>
        <a:lstStyle/>
        <a:p>
          <a:r>
            <a:rPr lang="en-US" b="1"/>
            <a:t>Admin Panel</a:t>
          </a:r>
          <a:endParaRPr lang="en-US"/>
        </a:p>
      </dgm:t>
    </dgm:pt>
    <dgm:pt modelId="{ECB39366-80B6-4883-8A93-32F76706BB0B}" type="parTrans" cxnId="{E7B56349-1DF8-427A-A4A8-A0A05CAF4302}">
      <dgm:prSet/>
      <dgm:spPr/>
      <dgm:t>
        <a:bodyPr/>
        <a:lstStyle/>
        <a:p>
          <a:endParaRPr lang="en-US"/>
        </a:p>
      </dgm:t>
    </dgm:pt>
    <dgm:pt modelId="{B2DFC634-F754-458D-B217-28E5680672A7}" type="sibTrans" cxnId="{E7B56349-1DF8-427A-A4A8-A0A05CAF4302}">
      <dgm:prSet/>
      <dgm:spPr/>
      <dgm:t>
        <a:bodyPr/>
        <a:lstStyle/>
        <a:p>
          <a:endParaRPr lang="en-US"/>
        </a:p>
      </dgm:t>
    </dgm:pt>
    <dgm:pt modelId="{DC0DF773-30C1-4124-8447-82FDD91AAB46}">
      <dgm:prSet/>
      <dgm:spPr/>
      <dgm:t>
        <a:bodyPr/>
        <a:lstStyle/>
        <a:p>
          <a:r>
            <a:rPr lang="en-US" dirty="0"/>
            <a:t>TC_ADM_01: Approve Product – Fail</a:t>
          </a:r>
        </a:p>
      </dgm:t>
    </dgm:pt>
    <dgm:pt modelId="{8F8A4C83-37F1-4E70-9468-58203C111E0D}" type="parTrans" cxnId="{B303F6F1-97E2-4300-86E9-13247C0C9069}">
      <dgm:prSet/>
      <dgm:spPr/>
      <dgm:t>
        <a:bodyPr/>
        <a:lstStyle/>
        <a:p>
          <a:endParaRPr lang="en-US"/>
        </a:p>
      </dgm:t>
    </dgm:pt>
    <dgm:pt modelId="{97DE9391-BFF7-46AA-88DB-48A4D67BB6CE}" type="sibTrans" cxnId="{B303F6F1-97E2-4300-86E9-13247C0C9069}">
      <dgm:prSet/>
      <dgm:spPr/>
      <dgm:t>
        <a:bodyPr/>
        <a:lstStyle/>
        <a:p>
          <a:endParaRPr lang="en-US"/>
        </a:p>
      </dgm:t>
    </dgm:pt>
    <dgm:pt modelId="{EC1804D9-0087-48DE-879B-38FBB15EB5AC}">
      <dgm:prSet/>
      <dgm:spPr/>
      <dgm:t>
        <a:bodyPr/>
        <a:lstStyle/>
        <a:p>
          <a:r>
            <a:rPr lang="en-US"/>
            <a:t>TC_ADM_02: Reject/Delete Product – PASS</a:t>
          </a:r>
        </a:p>
      </dgm:t>
    </dgm:pt>
    <dgm:pt modelId="{1ABC02A4-1D9A-4AC6-A5AB-C3E272C80820}" type="parTrans" cxnId="{D5B234BB-F3B7-4D4D-A819-81304FEDBE60}">
      <dgm:prSet/>
      <dgm:spPr/>
      <dgm:t>
        <a:bodyPr/>
        <a:lstStyle/>
        <a:p>
          <a:endParaRPr lang="en-US"/>
        </a:p>
      </dgm:t>
    </dgm:pt>
    <dgm:pt modelId="{48CC6627-6C37-4553-913F-AAB4ADA98F80}" type="sibTrans" cxnId="{D5B234BB-F3B7-4D4D-A819-81304FEDBE60}">
      <dgm:prSet/>
      <dgm:spPr/>
      <dgm:t>
        <a:bodyPr/>
        <a:lstStyle/>
        <a:p>
          <a:endParaRPr lang="en-US"/>
        </a:p>
      </dgm:t>
    </dgm:pt>
    <dgm:pt modelId="{D97AF642-83A4-47B2-80BC-2C579B1C3063}" type="pres">
      <dgm:prSet presAssocID="{62067889-FE65-4A7E-AA04-D3BE6550D420}" presName="vert0" presStyleCnt="0">
        <dgm:presLayoutVars>
          <dgm:dir/>
          <dgm:animOne val="branch"/>
          <dgm:animLvl val="lvl"/>
        </dgm:presLayoutVars>
      </dgm:prSet>
      <dgm:spPr/>
    </dgm:pt>
    <dgm:pt modelId="{139116EB-E3F7-4270-9DC7-6B9A9FF15BAF}" type="pres">
      <dgm:prSet presAssocID="{A8CA35E6-BEA5-4301-A6C6-48A38B129D0D}" presName="thickLine" presStyleLbl="alignNode1" presStyleIdx="0" presStyleCnt="12"/>
      <dgm:spPr/>
    </dgm:pt>
    <dgm:pt modelId="{8D43302B-9764-4A92-AC47-474BE5E4DA2F}" type="pres">
      <dgm:prSet presAssocID="{A8CA35E6-BEA5-4301-A6C6-48A38B129D0D}" presName="horz1" presStyleCnt="0"/>
      <dgm:spPr/>
    </dgm:pt>
    <dgm:pt modelId="{6F67E6A7-0519-46F5-9213-231B98CDB356}" type="pres">
      <dgm:prSet presAssocID="{A8CA35E6-BEA5-4301-A6C6-48A38B129D0D}" presName="tx1" presStyleLbl="revTx" presStyleIdx="0" presStyleCnt="12"/>
      <dgm:spPr/>
    </dgm:pt>
    <dgm:pt modelId="{9F9ABB9E-4502-4DC7-8077-F41D278361E1}" type="pres">
      <dgm:prSet presAssocID="{A8CA35E6-BEA5-4301-A6C6-48A38B129D0D}" presName="vert1" presStyleCnt="0"/>
      <dgm:spPr/>
    </dgm:pt>
    <dgm:pt modelId="{41886690-3CF5-4924-8F1A-389E5D7BE7B7}" type="pres">
      <dgm:prSet presAssocID="{565675BB-2FD4-4FAB-8198-4CD862583B20}" presName="thickLine" presStyleLbl="alignNode1" presStyleIdx="1" presStyleCnt="12"/>
      <dgm:spPr/>
    </dgm:pt>
    <dgm:pt modelId="{942A5EF3-44FA-45C9-8AE8-0D37DCDF23CC}" type="pres">
      <dgm:prSet presAssocID="{565675BB-2FD4-4FAB-8198-4CD862583B20}" presName="horz1" presStyleCnt="0"/>
      <dgm:spPr/>
    </dgm:pt>
    <dgm:pt modelId="{751B3198-C6AD-4C4C-B92F-53D1BD7F3CF9}" type="pres">
      <dgm:prSet presAssocID="{565675BB-2FD4-4FAB-8198-4CD862583B20}" presName="tx1" presStyleLbl="revTx" presStyleIdx="1" presStyleCnt="12"/>
      <dgm:spPr/>
    </dgm:pt>
    <dgm:pt modelId="{232E1FE3-2E94-4B3F-A528-263657BBB4E0}" type="pres">
      <dgm:prSet presAssocID="{565675BB-2FD4-4FAB-8198-4CD862583B20}" presName="vert1" presStyleCnt="0"/>
      <dgm:spPr/>
    </dgm:pt>
    <dgm:pt modelId="{F980B46B-707D-4460-8AA0-9B9892F9A0A8}" type="pres">
      <dgm:prSet presAssocID="{A73CC5C0-F2E0-46C9-9327-8629ACC34993}" presName="thickLine" presStyleLbl="alignNode1" presStyleIdx="2" presStyleCnt="12"/>
      <dgm:spPr/>
    </dgm:pt>
    <dgm:pt modelId="{4684A38C-BBAE-4DB1-BCEE-318AF516302D}" type="pres">
      <dgm:prSet presAssocID="{A73CC5C0-F2E0-46C9-9327-8629ACC34993}" presName="horz1" presStyleCnt="0"/>
      <dgm:spPr/>
    </dgm:pt>
    <dgm:pt modelId="{BC5F0360-CD93-40D9-A634-BE4F7BF8C964}" type="pres">
      <dgm:prSet presAssocID="{A73CC5C0-F2E0-46C9-9327-8629ACC34993}" presName="tx1" presStyleLbl="revTx" presStyleIdx="2" presStyleCnt="12"/>
      <dgm:spPr/>
    </dgm:pt>
    <dgm:pt modelId="{6B1063E5-3520-4F37-AFF8-58B52CACC422}" type="pres">
      <dgm:prSet presAssocID="{A73CC5C0-F2E0-46C9-9327-8629ACC34993}" presName="vert1" presStyleCnt="0"/>
      <dgm:spPr/>
    </dgm:pt>
    <dgm:pt modelId="{83C6C190-03A1-4DE3-8A1C-3BF8AE1E8BDF}" type="pres">
      <dgm:prSet presAssocID="{A6F7570E-0BEB-43BD-BDE8-88581A7D599B}" presName="thickLine" presStyleLbl="alignNode1" presStyleIdx="3" presStyleCnt="12"/>
      <dgm:spPr/>
    </dgm:pt>
    <dgm:pt modelId="{097ACD2D-BC00-4723-A064-CE5F74A1FAAD}" type="pres">
      <dgm:prSet presAssocID="{A6F7570E-0BEB-43BD-BDE8-88581A7D599B}" presName="horz1" presStyleCnt="0"/>
      <dgm:spPr/>
    </dgm:pt>
    <dgm:pt modelId="{C336B7F9-C7C6-4301-BEAF-024AEEEEA2EE}" type="pres">
      <dgm:prSet presAssocID="{A6F7570E-0BEB-43BD-BDE8-88581A7D599B}" presName="tx1" presStyleLbl="revTx" presStyleIdx="3" presStyleCnt="12"/>
      <dgm:spPr/>
    </dgm:pt>
    <dgm:pt modelId="{814787B4-BDC3-48E5-BE68-F07766E71B9F}" type="pres">
      <dgm:prSet presAssocID="{A6F7570E-0BEB-43BD-BDE8-88581A7D599B}" presName="vert1" presStyleCnt="0"/>
      <dgm:spPr/>
    </dgm:pt>
    <dgm:pt modelId="{904F87E7-5BF8-4522-A748-0D9DEC69BE12}" type="pres">
      <dgm:prSet presAssocID="{5B86F6ED-11FB-453E-AA59-1FD2483F332D}" presName="thickLine" presStyleLbl="alignNode1" presStyleIdx="4" presStyleCnt="12"/>
      <dgm:spPr/>
    </dgm:pt>
    <dgm:pt modelId="{377669E9-DE3B-4BA4-9F6B-369EC50DDDB3}" type="pres">
      <dgm:prSet presAssocID="{5B86F6ED-11FB-453E-AA59-1FD2483F332D}" presName="horz1" presStyleCnt="0"/>
      <dgm:spPr/>
    </dgm:pt>
    <dgm:pt modelId="{8D0DD69C-27DC-49CD-9EC1-01C506F9AA7D}" type="pres">
      <dgm:prSet presAssocID="{5B86F6ED-11FB-453E-AA59-1FD2483F332D}" presName="tx1" presStyleLbl="revTx" presStyleIdx="4" presStyleCnt="12"/>
      <dgm:spPr/>
    </dgm:pt>
    <dgm:pt modelId="{FB850FA3-35BD-4D3D-94B8-1C6DD6A36329}" type="pres">
      <dgm:prSet presAssocID="{5B86F6ED-11FB-453E-AA59-1FD2483F332D}" presName="vert1" presStyleCnt="0"/>
      <dgm:spPr/>
    </dgm:pt>
    <dgm:pt modelId="{7835688B-F728-41D9-8488-8308B10E492A}" type="pres">
      <dgm:prSet presAssocID="{82746160-71BA-4711-AE00-6F39011220F6}" presName="thickLine" presStyleLbl="alignNode1" presStyleIdx="5" presStyleCnt="12"/>
      <dgm:spPr/>
    </dgm:pt>
    <dgm:pt modelId="{988D5EE4-3EA8-4FCF-A8C0-C40B0C3DF286}" type="pres">
      <dgm:prSet presAssocID="{82746160-71BA-4711-AE00-6F39011220F6}" presName="horz1" presStyleCnt="0"/>
      <dgm:spPr/>
    </dgm:pt>
    <dgm:pt modelId="{4EDFB0DC-7061-446B-87F5-92384B6B8364}" type="pres">
      <dgm:prSet presAssocID="{82746160-71BA-4711-AE00-6F39011220F6}" presName="tx1" presStyleLbl="revTx" presStyleIdx="5" presStyleCnt="12"/>
      <dgm:spPr/>
    </dgm:pt>
    <dgm:pt modelId="{31A6B1A5-E904-46DC-A19E-478B85561F80}" type="pres">
      <dgm:prSet presAssocID="{82746160-71BA-4711-AE00-6F39011220F6}" presName="vert1" presStyleCnt="0"/>
      <dgm:spPr/>
    </dgm:pt>
    <dgm:pt modelId="{03083192-CAA9-4E34-9D41-A19BC1EC233E}" type="pres">
      <dgm:prSet presAssocID="{6F52BB9E-0EDC-4904-8244-5C54E74D4C48}" presName="thickLine" presStyleLbl="alignNode1" presStyleIdx="6" presStyleCnt="12"/>
      <dgm:spPr/>
    </dgm:pt>
    <dgm:pt modelId="{CD78F833-5F57-42CA-BF70-1EEE938E7639}" type="pres">
      <dgm:prSet presAssocID="{6F52BB9E-0EDC-4904-8244-5C54E74D4C48}" presName="horz1" presStyleCnt="0"/>
      <dgm:spPr/>
    </dgm:pt>
    <dgm:pt modelId="{E4F73F85-D86B-444B-B895-87133F3E5268}" type="pres">
      <dgm:prSet presAssocID="{6F52BB9E-0EDC-4904-8244-5C54E74D4C48}" presName="tx1" presStyleLbl="revTx" presStyleIdx="6" presStyleCnt="12"/>
      <dgm:spPr/>
    </dgm:pt>
    <dgm:pt modelId="{8C44D567-27D6-400E-8690-B81EFE649B12}" type="pres">
      <dgm:prSet presAssocID="{6F52BB9E-0EDC-4904-8244-5C54E74D4C48}" presName="vert1" presStyleCnt="0"/>
      <dgm:spPr/>
    </dgm:pt>
    <dgm:pt modelId="{9419DB2D-8B1A-4344-A695-38EDE80D3116}" type="pres">
      <dgm:prSet presAssocID="{53E113F4-A939-4E5F-852B-AA1334A1E849}" presName="thickLine" presStyleLbl="alignNode1" presStyleIdx="7" presStyleCnt="12"/>
      <dgm:spPr/>
    </dgm:pt>
    <dgm:pt modelId="{508724C5-AE6C-4981-B4DD-E6EF9CCB457B}" type="pres">
      <dgm:prSet presAssocID="{53E113F4-A939-4E5F-852B-AA1334A1E849}" presName="horz1" presStyleCnt="0"/>
      <dgm:spPr/>
    </dgm:pt>
    <dgm:pt modelId="{C1FAA786-03E9-449F-BA2B-B046BDAB4A72}" type="pres">
      <dgm:prSet presAssocID="{53E113F4-A939-4E5F-852B-AA1334A1E849}" presName="tx1" presStyleLbl="revTx" presStyleIdx="7" presStyleCnt="12"/>
      <dgm:spPr/>
    </dgm:pt>
    <dgm:pt modelId="{186B7785-9834-4C82-8B89-E686E2CDE85B}" type="pres">
      <dgm:prSet presAssocID="{53E113F4-A939-4E5F-852B-AA1334A1E849}" presName="vert1" presStyleCnt="0"/>
      <dgm:spPr/>
    </dgm:pt>
    <dgm:pt modelId="{8E2E440D-2428-4E23-BC43-765022439712}" type="pres">
      <dgm:prSet presAssocID="{6CC99642-B4F8-418A-A73B-B92F2197BBFC}" presName="thickLine" presStyleLbl="alignNode1" presStyleIdx="8" presStyleCnt="12"/>
      <dgm:spPr/>
    </dgm:pt>
    <dgm:pt modelId="{A628F8D2-A4BD-4880-8CC6-C53E03B19B09}" type="pres">
      <dgm:prSet presAssocID="{6CC99642-B4F8-418A-A73B-B92F2197BBFC}" presName="horz1" presStyleCnt="0"/>
      <dgm:spPr/>
    </dgm:pt>
    <dgm:pt modelId="{6A2A379A-52F2-47F1-8C6F-79FFF7FE4395}" type="pres">
      <dgm:prSet presAssocID="{6CC99642-B4F8-418A-A73B-B92F2197BBFC}" presName="tx1" presStyleLbl="revTx" presStyleIdx="8" presStyleCnt="12"/>
      <dgm:spPr/>
    </dgm:pt>
    <dgm:pt modelId="{7D2F5930-9B4C-4C04-B8A1-6302DDC10771}" type="pres">
      <dgm:prSet presAssocID="{6CC99642-B4F8-418A-A73B-B92F2197BBFC}" presName="vert1" presStyleCnt="0"/>
      <dgm:spPr/>
    </dgm:pt>
    <dgm:pt modelId="{54EEF7DA-59EF-484F-AB44-F37019F9D075}" type="pres">
      <dgm:prSet presAssocID="{F8340679-A77D-4FC3-BB9F-9F94DC02BA43}" presName="thickLine" presStyleLbl="alignNode1" presStyleIdx="9" presStyleCnt="12"/>
      <dgm:spPr/>
    </dgm:pt>
    <dgm:pt modelId="{DB0939FF-8180-483D-9F6A-A499CDAB504F}" type="pres">
      <dgm:prSet presAssocID="{F8340679-A77D-4FC3-BB9F-9F94DC02BA43}" presName="horz1" presStyleCnt="0"/>
      <dgm:spPr/>
    </dgm:pt>
    <dgm:pt modelId="{7B876339-3AC5-4FA6-A8F5-684BB7359AA0}" type="pres">
      <dgm:prSet presAssocID="{F8340679-A77D-4FC3-BB9F-9F94DC02BA43}" presName="tx1" presStyleLbl="revTx" presStyleIdx="9" presStyleCnt="12"/>
      <dgm:spPr/>
    </dgm:pt>
    <dgm:pt modelId="{B0AB9AE7-4A5D-4447-890C-87F006FEF1DF}" type="pres">
      <dgm:prSet presAssocID="{F8340679-A77D-4FC3-BB9F-9F94DC02BA43}" presName="vert1" presStyleCnt="0"/>
      <dgm:spPr/>
    </dgm:pt>
    <dgm:pt modelId="{5745E1AF-E4E7-4822-A176-10A12414B51F}" type="pres">
      <dgm:prSet presAssocID="{DC0DF773-30C1-4124-8447-82FDD91AAB46}" presName="thickLine" presStyleLbl="alignNode1" presStyleIdx="10" presStyleCnt="12"/>
      <dgm:spPr/>
    </dgm:pt>
    <dgm:pt modelId="{54B8D70E-7BD3-4E2F-BD93-66445C064457}" type="pres">
      <dgm:prSet presAssocID="{DC0DF773-30C1-4124-8447-82FDD91AAB46}" presName="horz1" presStyleCnt="0"/>
      <dgm:spPr/>
    </dgm:pt>
    <dgm:pt modelId="{38928606-28E8-4AC2-8337-CD47A3128692}" type="pres">
      <dgm:prSet presAssocID="{DC0DF773-30C1-4124-8447-82FDD91AAB46}" presName="tx1" presStyleLbl="revTx" presStyleIdx="10" presStyleCnt="12"/>
      <dgm:spPr/>
    </dgm:pt>
    <dgm:pt modelId="{9ED04673-F5F2-424C-9E8D-7D20FD73A9B1}" type="pres">
      <dgm:prSet presAssocID="{DC0DF773-30C1-4124-8447-82FDD91AAB46}" presName="vert1" presStyleCnt="0"/>
      <dgm:spPr/>
    </dgm:pt>
    <dgm:pt modelId="{B5C2DB0A-7A96-41EE-9D65-53077D2BC7BF}" type="pres">
      <dgm:prSet presAssocID="{EC1804D9-0087-48DE-879B-38FBB15EB5AC}" presName="thickLine" presStyleLbl="alignNode1" presStyleIdx="11" presStyleCnt="12"/>
      <dgm:spPr/>
    </dgm:pt>
    <dgm:pt modelId="{CD3369CF-FA79-474E-AA79-1DD715A31744}" type="pres">
      <dgm:prSet presAssocID="{EC1804D9-0087-48DE-879B-38FBB15EB5AC}" presName="horz1" presStyleCnt="0"/>
      <dgm:spPr/>
    </dgm:pt>
    <dgm:pt modelId="{11C99D51-1EF8-46CA-831A-E4BFDA770CED}" type="pres">
      <dgm:prSet presAssocID="{EC1804D9-0087-48DE-879B-38FBB15EB5AC}" presName="tx1" presStyleLbl="revTx" presStyleIdx="11" presStyleCnt="12"/>
      <dgm:spPr/>
    </dgm:pt>
    <dgm:pt modelId="{FF808746-4DD1-4628-BE51-EC9BE07E4306}" type="pres">
      <dgm:prSet presAssocID="{EC1804D9-0087-48DE-879B-38FBB15EB5AC}" presName="vert1" presStyleCnt="0"/>
      <dgm:spPr/>
    </dgm:pt>
  </dgm:ptLst>
  <dgm:cxnLst>
    <dgm:cxn modelId="{40C0CB28-E1A4-4849-B2F5-9BFD9A38BDC3}" type="presOf" srcId="{A8CA35E6-BEA5-4301-A6C6-48A38B129D0D}" destId="{6F67E6A7-0519-46F5-9213-231B98CDB356}" srcOrd="0" destOrd="0" presId="urn:microsoft.com/office/officeart/2008/layout/LinedList"/>
    <dgm:cxn modelId="{76FEB529-B25E-43FC-961F-CB3BF72321AD}" type="presOf" srcId="{DC0DF773-30C1-4124-8447-82FDD91AAB46}" destId="{38928606-28E8-4AC2-8337-CD47A3128692}" srcOrd="0" destOrd="0" presId="urn:microsoft.com/office/officeart/2008/layout/LinedList"/>
    <dgm:cxn modelId="{4A222336-D268-4BB8-BB3A-D704A9A74E0D}" type="presOf" srcId="{6F52BB9E-0EDC-4904-8244-5C54E74D4C48}" destId="{E4F73F85-D86B-444B-B895-87133F3E5268}" srcOrd="0" destOrd="0" presId="urn:microsoft.com/office/officeart/2008/layout/LinedList"/>
    <dgm:cxn modelId="{1355463C-5E59-4B43-A9F7-14A69A261DDD}" srcId="{62067889-FE65-4A7E-AA04-D3BE6550D420}" destId="{A8CA35E6-BEA5-4301-A6C6-48A38B129D0D}" srcOrd="0" destOrd="0" parTransId="{FBA1F126-28ED-4873-9C3E-26AF027260A1}" sibTransId="{1B4AADED-55CC-49F4-8630-3EB4262EE9CC}"/>
    <dgm:cxn modelId="{DDDC8B3F-9513-4C65-AF1B-9F3A2FB930C2}" type="presOf" srcId="{F8340679-A77D-4FC3-BB9F-9F94DC02BA43}" destId="{7B876339-3AC5-4FA6-A8F5-684BB7359AA0}" srcOrd="0" destOrd="0" presId="urn:microsoft.com/office/officeart/2008/layout/LinedList"/>
    <dgm:cxn modelId="{CCB99C40-365E-4A0C-8229-3594B5755844}" type="presOf" srcId="{5B86F6ED-11FB-453E-AA59-1FD2483F332D}" destId="{8D0DD69C-27DC-49CD-9EC1-01C506F9AA7D}" srcOrd="0" destOrd="0" presId="urn:microsoft.com/office/officeart/2008/layout/LinedList"/>
    <dgm:cxn modelId="{73008B5C-7482-4B0C-AB9F-A0F35972538C}" srcId="{62067889-FE65-4A7E-AA04-D3BE6550D420}" destId="{A6F7570E-0BEB-43BD-BDE8-88581A7D599B}" srcOrd="3" destOrd="0" parTransId="{CC0B2A24-3072-43DB-BBF4-0DDB2AFD384E}" sibTransId="{E40B4D87-132B-42D5-B7F0-07CA8BF53380}"/>
    <dgm:cxn modelId="{EB88CA48-76AB-41B8-B4BD-350EBCA72B78}" srcId="{62067889-FE65-4A7E-AA04-D3BE6550D420}" destId="{A73CC5C0-F2E0-46C9-9327-8629ACC34993}" srcOrd="2" destOrd="0" parTransId="{33F9204C-CF21-4270-8673-AD26C809EBAA}" sibTransId="{1373186C-FD71-4A7F-8AF5-91645D094C45}"/>
    <dgm:cxn modelId="{E7B56349-1DF8-427A-A4A8-A0A05CAF4302}" srcId="{62067889-FE65-4A7E-AA04-D3BE6550D420}" destId="{F8340679-A77D-4FC3-BB9F-9F94DC02BA43}" srcOrd="9" destOrd="0" parTransId="{ECB39366-80B6-4883-8A93-32F76706BB0B}" sibTransId="{B2DFC634-F754-458D-B217-28E5680672A7}"/>
    <dgm:cxn modelId="{C2B5C773-68A8-4827-93BC-80958DE518F4}" srcId="{62067889-FE65-4A7E-AA04-D3BE6550D420}" destId="{6CC99642-B4F8-418A-A73B-B92F2197BBFC}" srcOrd="8" destOrd="0" parTransId="{AF58DB9C-9059-4AC7-B3DA-3E462E3A8B7A}" sibTransId="{4BEA3C17-1EF2-4D20-AD5D-AC1AA88AC90E}"/>
    <dgm:cxn modelId="{F1D43D75-AD29-48BB-852D-FF313E37701D}" type="presOf" srcId="{62067889-FE65-4A7E-AA04-D3BE6550D420}" destId="{D97AF642-83A4-47B2-80BC-2C579B1C3063}" srcOrd="0" destOrd="0" presId="urn:microsoft.com/office/officeart/2008/layout/LinedList"/>
    <dgm:cxn modelId="{E02EC976-CA20-4638-9F4D-91DFAFBA5140}" srcId="{62067889-FE65-4A7E-AA04-D3BE6550D420}" destId="{5B86F6ED-11FB-453E-AA59-1FD2483F332D}" srcOrd="4" destOrd="0" parTransId="{2E8A82B0-D7F8-435B-8386-2B317CD80303}" sibTransId="{71F480CC-C041-4186-8A6E-C733914194E4}"/>
    <dgm:cxn modelId="{0D07958A-84F2-462A-B5DC-B793704B2962}" type="presOf" srcId="{565675BB-2FD4-4FAB-8198-4CD862583B20}" destId="{751B3198-C6AD-4C4C-B92F-53D1BD7F3CF9}" srcOrd="0" destOrd="0" presId="urn:microsoft.com/office/officeart/2008/layout/LinedList"/>
    <dgm:cxn modelId="{92C7F0A0-8B47-4AFF-8F65-168768D328B1}" type="presOf" srcId="{A6F7570E-0BEB-43BD-BDE8-88581A7D599B}" destId="{C336B7F9-C7C6-4301-BEAF-024AEEEEA2EE}" srcOrd="0" destOrd="0" presId="urn:microsoft.com/office/officeart/2008/layout/LinedList"/>
    <dgm:cxn modelId="{B7722DA3-1E7B-4F5F-A365-27128FC97D4F}" type="presOf" srcId="{53E113F4-A939-4E5F-852B-AA1334A1E849}" destId="{C1FAA786-03E9-449F-BA2B-B046BDAB4A72}" srcOrd="0" destOrd="0" presId="urn:microsoft.com/office/officeart/2008/layout/LinedList"/>
    <dgm:cxn modelId="{CC4801B0-D9BC-4077-94DC-A998ED87C4F3}" type="presOf" srcId="{A73CC5C0-F2E0-46C9-9327-8629ACC34993}" destId="{BC5F0360-CD93-40D9-A634-BE4F7BF8C964}" srcOrd="0" destOrd="0" presId="urn:microsoft.com/office/officeart/2008/layout/LinedList"/>
    <dgm:cxn modelId="{85F853B4-94DB-4897-85BF-D92BC28E3A92}" type="presOf" srcId="{6CC99642-B4F8-418A-A73B-B92F2197BBFC}" destId="{6A2A379A-52F2-47F1-8C6F-79FFF7FE4395}" srcOrd="0" destOrd="0" presId="urn:microsoft.com/office/officeart/2008/layout/LinedList"/>
    <dgm:cxn modelId="{D5B234BB-F3B7-4D4D-A819-81304FEDBE60}" srcId="{62067889-FE65-4A7E-AA04-D3BE6550D420}" destId="{EC1804D9-0087-48DE-879B-38FBB15EB5AC}" srcOrd="11" destOrd="0" parTransId="{1ABC02A4-1D9A-4AC6-A5AB-C3E272C80820}" sibTransId="{48CC6627-6C37-4553-913F-AAB4ADA98F80}"/>
    <dgm:cxn modelId="{CE649BBD-08A3-4D7E-83AE-C7D6125E39D0}" type="presOf" srcId="{EC1804D9-0087-48DE-879B-38FBB15EB5AC}" destId="{11C99D51-1EF8-46CA-831A-E4BFDA770CED}" srcOrd="0" destOrd="0" presId="urn:microsoft.com/office/officeart/2008/layout/LinedList"/>
    <dgm:cxn modelId="{F46010CE-6431-44E3-A119-B096A3CD3DBE}" srcId="{62067889-FE65-4A7E-AA04-D3BE6550D420}" destId="{565675BB-2FD4-4FAB-8198-4CD862583B20}" srcOrd="1" destOrd="0" parTransId="{5523F18E-3CE5-490E-93B8-FF316D0A6246}" sibTransId="{314F8A4F-0A60-4AA7-8D74-A6B689236C16}"/>
    <dgm:cxn modelId="{0D2817D1-1B57-4C71-9445-1FE703D0AA47}" srcId="{62067889-FE65-4A7E-AA04-D3BE6550D420}" destId="{53E113F4-A939-4E5F-852B-AA1334A1E849}" srcOrd="7" destOrd="0" parTransId="{E1D9FA60-6B42-4B22-BA0B-1D07BD321F3D}" sibTransId="{58DD043D-9B71-4085-BDAA-B222E1AD565E}"/>
    <dgm:cxn modelId="{253223DE-C3B0-4BC0-8375-F482F1609DC8}" srcId="{62067889-FE65-4A7E-AA04-D3BE6550D420}" destId="{82746160-71BA-4711-AE00-6F39011220F6}" srcOrd="5" destOrd="0" parTransId="{2C9C3DDC-7DCF-401B-9277-421C2AC49663}" sibTransId="{E31020DE-045E-40C7-8E41-A226D5C54DFF}"/>
    <dgm:cxn modelId="{0D3970F1-708A-4779-A639-772E1B754E3A}" type="presOf" srcId="{82746160-71BA-4711-AE00-6F39011220F6}" destId="{4EDFB0DC-7061-446B-87F5-92384B6B8364}" srcOrd="0" destOrd="0" presId="urn:microsoft.com/office/officeart/2008/layout/LinedList"/>
    <dgm:cxn modelId="{B303F6F1-97E2-4300-86E9-13247C0C9069}" srcId="{62067889-FE65-4A7E-AA04-D3BE6550D420}" destId="{DC0DF773-30C1-4124-8447-82FDD91AAB46}" srcOrd="10" destOrd="0" parTransId="{8F8A4C83-37F1-4E70-9468-58203C111E0D}" sibTransId="{97DE9391-BFF7-46AA-88DB-48A4D67BB6CE}"/>
    <dgm:cxn modelId="{F38F56FA-E41F-48D8-B12E-A0C09A732F69}" srcId="{62067889-FE65-4A7E-AA04-D3BE6550D420}" destId="{6F52BB9E-0EDC-4904-8244-5C54E74D4C48}" srcOrd="6" destOrd="0" parTransId="{DE5BE4F7-94B0-4183-BC2F-21EF84AE9C03}" sibTransId="{5F687C5B-8B7D-4218-A7A4-9008F7802182}"/>
    <dgm:cxn modelId="{FC1C0322-8700-4237-AB68-F3D0E796833F}" type="presParOf" srcId="{D97AF642-83A4-47B2-80BC-2C579B1C3063}" destId="{139116EB-E3F7-4270-9DC7-6B9A9FF15BAF}" srcOrd="0" destOrd="0" presId="urn:microsoft.com/office/officeart/2008/layout/LinedList"/>
    <dgm:cxn modelId="{8FEC0403-BD27-4D7D-BBF9-52A10D44217D}" type="presParOf" srcId="{D97AF642-83A4-47B2-80BC-2C579B1C3063}" destId="{8D43302B-9764-4A92-AC47-474BE5E4DA2F}" srcOrd="1" destOrd="0" presId="urn:microsoft.com/office/officeart/2008/layout/LinedList"/>
    <dgm:cxn modelId="{DB2A3F28-EC40-4502-9D7F-D01551D4030B}" type="presParOf" srcId="{8D43302B-9764-4A92-AC47-474BE5E4DA2F}" destId="{6F67E6A7-0519-46F5-9213-231B98CDB356}" srcOrd="0" destOrd="0" presId="urn:microsoft.com/office/officeart/2008/layout/LinedList"/>
    <dgm:cxn modelId="{40DCC608-AEA5-43D4-A58B-3BD3D0A07656}" type="presParOf" srcId="{8D43302B-9764-4A92-AC47-474BE5E4DA2F}" destId="{9F9ABB9E-4502-4DC7-8077-F41D278361E1}" srcOrd="1" destOrd="0" presId="urn:microsoft.com/office/officeart/2008/layout/LinedList"/>
    <dgm:cxn modelId="{3E20A4C6-EDC6-41E3-8343-726DBC269F1C}" type="presParOf" srcId="{D97AF642-83A4-47B2-80BC-2C579B1C3063}" destId="{41886690-3CF5-4924-8F1A-389E5D7BE7B7}" srcOrd="2" destOrd="0" presId="urn:microsoft.com/office/officeart/2008/layout/LinedList"/>
    <dgm:cxn modelId="{5910E2B7-BCF5-48F9-BE07-760B195DBC83}" type="presParOf" srcId="{D97AF642-83A4-47B2-80BC-2C579B1C3063}" destId="{942A5EF3-44FA-45C9-8AE8-0D37DCDF23CC}" srcOrd="3" destOrd="0" presId="urn:microsoft.com/office/officeart/2008/layout/LinedList"/>
    <dgm:cxn modelId="{3F686CBA-90C6-4537-B12F-5803298336B9}" type="presParOf" srcId="{942A5EF3-44FA-45C9-8AE8-0D37DCDF23CC}" destId="{751B3198-C6AD-4C4C-B92F-53D1BD7F3CF9}" srcOrd="0" destOrd="0" presId="urn:microsoft.com/office/officeart/2008/layout/LinedList"/>
    <dgm:cxn modelId="{DEECB66B-65D2-4A27-A1DB-C3066CA6E5F4}" type="presParOf" srcId="{942A5EF3-44FA-45C9-8AE8-0D37DCDF23CC}" destId="{232E1FE3-2E94-4B3F-A528-263657BBB4E0}" srcOrd="1" destOrd="0" presId="urn:microsoft.com/office/officeart/2008/layout/LinedList"/>
    <dgm:cxn modelId="{8E0D28F4-91C9-4DA3-9C7A-CFAF976CCA74}" type="presParOf" srcId="{D97AF642-83A4-47B2-80BC-2C579B1C3063}" destId="{F980B46B-707D-4460-8AA0-9B9892F9A0A8}" srcOrd="4" destOrd="0" presId="urn:microsoft.com/office/officeart/2008/layout/LinedList"/>
    <dgm:cxn modelId="{45100254-71CC-4E7F-9DBC-333125F49345}" type="presParOf" srcId="{D97AF642-83A4-47B2-80BC-2C579B1C3063}" destId="{4684A38C-BBAE-4DB1-BCEE-318AF516302D}" srcOrd="5" destOrd="0" presId="urn:microsoft.com/office/officeart/2008/layout/LinedList"/>
    <dgm:cxn modelId="{F151217C-2F76-49F6-830B-350EBEB0676A}" type="presParOf" srcId="{4684A38C-BBAE-4DB1-BCEE-318AF516302D}" destId="{BC5F0360-CD93-40D9-A634-BE4F7BF8C964}" srcOrd="0" destOrd="0" presId="urn:microsoft.com/office/officeart/2008/layout/LinedList"/>
    <dgm:cxn modelId="{C418BF44-7F84-49B9-9D40-F573ED543C55}" type="presParOf" srcId="{4684A38C-BBAE-4DB1-BCEE-318AF516302D}" destId="{6B1063E5-3520-4F37-AFF8-58B52CACC422}" srcOrd="1" destOrd="0" presId="urn:microsoft.com/office/officeart/2008/layout/LinedList"/>
    <dgm:cxn modelId="{8DF59EFF-1C23-4787-8A0C-F98D28487925}" type="presParOf" srcId="{D97AF642-83A4-47B2-80BC-2C579B1C3063}" destId="{83C6C190-03A1-4DE3-8A1C-3BF8AE1E8BDF}" srcOrd="6" destOrd="0" presId="urn:microsoft.com/office/officeart/2008/layout/LinedList"/>
    <dgm:cxn modelId="{4C6A717B-067A-40FE-9CEF-76E0374BDE77}" type="presParOf" srcId="{D97AF642-83A4-47B2-80BC-2C579B1C3063}" destId="{097ACD2D-BC00-4723-A064-CE5F74A1FAAD}" srcOrd="7" destOrd="0" presId="urn:microsoft.com/office/officeart/2008/layout/LinedList"/>
    <dgm:cxn modelId="{A547FBF4-6DCF-42CE-8E34-E5418CE2F3BC}" type="presParOf" srcId="{097ACD2D-BC00-4723-A064-CE5F74A1FAAD}" destId="{C336B7F9-C7C6-4301-BEAF-024AEEEEA2EE}" srcOrd="0" destOrd="0" presId="urn:microsoft.com/office/officeart/2008/layout/LinedList"/>
    <dgm:cxn modelId="{0F82386D-ABD9-486E-8762-7888D47AC27D}" type="presParOf" srcId="{097ACD2D-BC00-4723-A064-CE5F74A1FAAD}" destId="{814787B4-BDC3-48E5-BE68-F07766E71B9F}" srcOrd="1" destOrd="0" presId="urn:microsoft.com/office/officeart/2008/layout/LinedList"/>
    <dgm:cxn modelId="{BB985FBB-6A47-4708-8B7E-46C13DF30405}" type="presParOf" srcId="{D97AF642-83A4-47B2-80BC-2C579B1C3063}" destId="{904F87E7-5BF8-4522-A748-0D9DEC69BE12}" srcOrd="8" destOrd="0" presId="urn:microsoft.com/office/officeart/2008/layout/LinedList"/>
    <dgm:cxn modelId="{D105D7A4-31AD-48C0-B68B-2060822FC139}" type="presParOf" srcId="{D97AF642-83A4-47B2-80BC-2C579B1C3063}" destId="{377669E9-DE3B-4BA4-9F6B-369EC50DDDB3}" srcOrd="9" destOrd="0" presId="urn:microsoft.com/office/officeart/2008/layout/LinedList"/>
    <dgm:cxn modelId="{F95AAAF8-15F0-4E0A-A6FC-94D5563C6295}" type="presParOf" srcId="{377669E9-DE3B-4BA4-9F6B-369EC50DDDB3}" destId="{8D0DD69C-27DC-49CD-9EC1-01C506F9AA7D}" srcOrd="0" destOrd="0" presId="urn:microsoft.com/office/officeart/2008/layout/LinedList"/>
    <dgm:cxn modelId="{97EEF27D-1E0F-4DE6-9532-781C80818FE3}" type="presParOf" srcId="{377669E9-DE3B-4BA4-9F6B-369EC50DDDB3}" destId="{FB850FA3-35BD-4D3D-94B8-1C6DD6A36329}" srcOrd="1" destOrd="0" presId="urn:microsoft.com/office/officeart/2008/layout/LinedList"/>
    <dgm:cxn modelId="{CDA3A36A-BDA2-4D03-AF3C-54A391AAB64D}" type="presParOf" srcId="{D97AF642-83A4-47B2-80BC-2C579B1C3063}" destId="{7835688B-F728-41D9-8488-8308B10E492A}" srcOrd="10" destOrd="0" presId="urn:microsoft.com/office/officeart/2008/layout/LinedList"/>
    <dgm:cxn modelId="{4458B2DD-90DB-4692-9701-83B50CDB6BD0}" type="presParOf" srcId="{D97AF642-83A4-47B2-80BC-2C579B1C3063}" destId="{988D5EE4-3EA8-4FCF-A8C0-C40B0C3DF286}" srcOrd="11" destOrd="0" presId="urn:microsoft.com/office/officeart/2008/layout/LinedList"/>
    <dgm:cxn modelId="{DFB1D93C-FFBE-482F-ADB7-52EE6BCD874E}" type="presParOf" srcId="{988D5EE4-3EA8-4FCF-A8C0-C40B0C3DF286}" destId="{4EDFB0DC-7061-446B-87F5-92384B6B8364}" srcOrd="0" destOrd="0" presId="urn:microsoft.com/office/officeart/2008/layout/LinedList"/>
    <dgm:cxn modelId="{81F6E687-AADE-4110-BB75-3A351D2C8066}" type="presParOf" srcId="{988D5EE4-3EA8-4FCF-A8C0-C40B0C3DF286}" destId="{31A6B1A5-E904-46DC-A19E-478B85561F80}" srcOrd="1" destOrd="0" presId="urn:microsoft.com/office/officeart/2008/layout/LinedList"/>
    <dgm:cxn modelId="{EA9B9CA6-6F16-4493-B880-BBC71CD0E578}" type="presParOf" srcId="{D97AF642-83A4-47B2-80BC-2C579B1C3063}" destId="{03083192-CAA9-4E34-9D41-A19BC1EC233E}" srcOrd="12" destOrd="0" presId="urn:microsoft.com/office/officeart/2008/layout/LinedList"/>
    <dgm:cxn modelId="{4AA559D6-9E3D-449B-920F-D22A9BAD7944}" type="presParOf" srcId="{D97AF642-83A4-47B2-80BC-2C579B1C3063}" destId="{CD78F833-5F57-42CA-BF70-1EEE938E7639}" srcOrd="13" destOrd="0" presId="urn:microsoft.com/office/officeart/2008/layout/LinedList"/>
    <dgm:cxn modelId="{EA095F01-4883-49AB-9BD9-624BDB86F1A0}" type="presParOf" srcId="{CD78F833-5F57-42CA-BF70-1EEE938E7639}" destId="{E4F73F85-D86B-444B-B895-87133F3E5268}" srcOrd="0" destOrd="0" presId="urn:microsoft.com/office/officeart/2008/layout/LinedList"/>
    <dgm:cxn modelId="{46E48DA6-1C0C-4027-A46C-D88598B4EDB1}" type="presParOf" srcId="{CD78F833-5F57-42CA-BF70-1EEE938E7639}" destId="{8C44D567-27D6-400E-8690-B81EFE649B12}" srcOrd="1" destOrd="0" presId="urn:microsoft.com/office/officeart/2008/layout/LinedList"/>
    <dgm:cxn modelId="{17AE4ECD-FA8D-4EDD-AD8E-515AC5038FFD}" type="presParOf" srcId="{D97AF642-83A4-47B2-80BC-2C579B1C3063}" destId="{9419DB2D-8B1A-4344-A695-38EDE80D3116}" srcOrd="14" destOrd="0" presId="urn:microsoft.com/office/officeart/2008/layout/LinedList"/>
    <dgm:cxn modelId="{6425522A-19DB-47B9-846B-E91CC945C318}" type="presParOf" srcId="{D97AF642-83A4-47B2-80BC-2C579B1C3063}" destId="{508724C5-AE6C-4981-B4DD-E6EF9CCB457B}" srcOrd="15" destOrd="0" presId="urn:microsoft.com/office/officeart/2008/layout/LinedList"/>
    <dgm:cxn modelId="{3D449D80-7EB5-416F-A1D0-EF5AE8E4E8D2}" type="presParOf" srcId="{508724C5-AE6C-4981-B4DD-E6EF9CCB457B}" destId="{C1FAA786-03E9-449F-BA2B-B046BDAB4A72}" srcOrd="0" destOrd="0" presId="urn:microsoft.com/office/officeart/2008/layout/LinedList"/>
    <dgm:cxn modelId="{ECECFED9-BBFA-4F02-9905-7454C6102A6A}" type="presParOf" srcId="{508724C5-AE6C-4981-B4DD-E6EF9CCB457B}" destId="{186B7785-9834-4C82-8B89-E686E2CDE85B}" srcOrd="1" destOrd="0" presId="urn:microsoft.com/office/officeart/2008/layout/LinedList"/>
    <dgm:cxn modelId="{39106E88-6FFC-497C-BC4C-4946CD8E61C1}" type="presParOf" srcId="{D97AF642-83A4-47B2-80BC-2C579B1C3063}" destId="{8E2E440D-2428-4E23-BC43-765022439712}" srcOrd="16" destOrd="0" presId="urn:microsoft.com/office/officeart/2008/layout/LinedList"/>
    <dgm:cxn modelId="{E57F1430-1183-4522-9F03-BB44C187D36A}" type="presParOf" srcId="{D97AF642-83A4-47B2-80BC-2C579B1C3063}" destId="{A628F8D2-A4BD-4880-8CC6-C53E03B19B09}" srcOrd="17" destOrd="0" presId="urn:microsoft.com/office/officeart/2008/layout/LinedList"/>
    <dgm:cxn modelId="{B354DC55-631E-4DDD-B1C9-A5D7DEBC09AC}" type="presParOf" srcId="{A628F8D2-A4BD-4880-8CC6-C53E03B19B09}" destId="{6A2A379A-52F2-47F1-8C6F-79FFF7FE4395}" srcOrd="0" destOrd="0" presId="urn:microsoft.com/office/officeart/2008/layout/LinedList"/>
    <dgm:cxn modelId="{048EBBD0-BF09-4CFA-99A5-8A930C473800}" type="presParOf" srcId="{A628F8D2-A4BD-4880-8CC6-C53E03B19B09}" destId="{7D2F5930-9B4C-4C04-B8A1-6302DDC10771}" srcOrd="1" destOrd="0" presId="urn:microsoft.com/office/officeart/2008/layout/LinedList"/>
    <dgm:cxn modelId="{107A7112-94FB-4738-991B-4B39991101AF}" type="presParOf" srcId="{D97AF642-83A4-47B2-80BC-2C579B1C3063}" destId="{54EEF7DA-59EF-484F-AB44-F37019F9D075}" srcOrd="18" destOrd="0" presId="urn:microsoft.com/office/officeart/2008/layout/LinedList"/>
    <dgm:cxn modelId="{2012BA40-1775-437D-AFA5-CC20223307F7}" type="presParOf" srcId="{D97AF642-83A4-47B2-80BC-2C579B1C3063}" destId="{DB0939FF-8180-483D-9F6A-A499CDAB504F}" srcOrd="19" destOrd="0" presId="urn:microsoft.com/office/officeart/2008/layout/LinedList"/>
    <dgm:cxn modelId="{C4B18351-C200-4BB0-9D0D-7C62B4F1191E}" type="presParOf" srcId="{DB0939FF-8180-483D-9F6A-A499CDAB504F}" destId="{7B876339-3AC5-4FA6-A8F5-684BB7359AA0}" srcOrd="0" destOrd="0" presId="urn:microsoft.com/office/officeart/2008/layout/LinedList"/>
    <dgm:cxn modelId="{2F79D516-1E9D-4976-96D8-7135E15B10D2}" type="presParOf" srcId="{DB0939FF-8180-483D-9F6A-A499CDAB504F}" destId="{B0AB9AE7-4A5D-4447-890C-87F006FEF1DF}" srcOrd="1" destOrd="0" presId="urn:microsoft.com/office/officeart/2008/layout/LinedList"/>
    <dgm:cxn modelId="{66B40E9E-C328-4426-B97C-2913DD67E84F}" type="presParOf" srcId="{D97AF642-83A4-47B2-80BC-2C579B1C3063}" destId="{5745E1AF-E4E7-4822-A176-10A12414B51F}" srcOrd="20" destOrd="0" presId="urn:microsoft.com/office/officeart/2008/layout/LinedList"/>
    <dgm:cxn modelId="{62DC3694-35C8-4480-B695-F6DF0492ED0C}" type="presParOf" srcId="{D97AF642-83A4-47B2-80BC-2C579B1C3063}" destId="{54B8D70E-7BD3-4E2F-BD93-66445C064457}" srcOrd="21" destOrd="0" presId="urn:microsoft.com/office/officeart/2008/layout/LinedList"/>
    <dgm:cxn modelId="{21D6C1D6-C6C7-4AA1-9CAC-2595B4B11BDF}" type="presParOf" srcId="{54B8D70E-7BD3-4E2F-BD93-66445C064457}" destId="{38928606-28E8-4AC2-8337-CD47A3128692}" srcOrd="0" destOrd="0" presId="urn:microsoft.com/office/officeart/2008/layout/LinedList"/>
    <dgm:cxn modelId="{3F552FC6-1AC2-49EE-BC5E-C685C1CD8F4C}" type="presParOf" srcId="{54B8D70E-7BD3-4E2F-BD93-66445C064457}" destId="{9ED04673-F5F2-424C-9E8D-7D20FD73A9B1}" srcOrd="1" destOrd="0" presId="urn:microsoft.com/office/officeart/2008/layout/LinedList"/>
    <dgm:cxn modelId="{98479FF8-37D9-4EA9-8575-069035C75C7C}" type="presParOf" srcId="{D97AF642-83A4-47B2-80BC-2C579B1C3063}" destId="{B5C2DB0A-7A96-41EE-9D65-53077D2BC7BF}" srcOrd="22" destOrd="0" presId="urn:microsoft.com/office/officeart/2008/layout/LinedList"/>
    <dgm:cxn modelId="{EAF5A10B-0A6B-4018-BD9E-B186ED5BC8AB}" type="presParOf" srcId="{D97AF642-83A4-47B2-80BC-2C579B1C3063}" destId="{CD3369CF-FA79-474E-AA79-1DD715A31744}" srcOrd="23" destOrd="0" presId="urn:microsoft.com/office/officeart/2008/layout/LinedList"/>
    <dgm:cxn modelId="{6A925867-8D4A-4005-AF00-2D45C322FE5C}" type="presParOf" srcId="{CD3369CF-FA79-474E-AA79-1DD715A31744}" destId="{11C99D51-1EF8-46CA-831A-E4BFDA770CED}" srcOrd="0" destOrd="0" presId="urn:microsoft.com/office/officeart/2008/layout/LinedList"/>
    <dgm:cxn modelId="{8F8B3657-3B81-4F40-AC93-B91F4E2E5BF5}" type="presParOf" srcId="{CD3369CF-FA79-474E-AA79-1DD715A31744}" destId="{FF808746-4DD1-4628-BE51-EC9BE07E43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D0DE-EA67-4E6C-A3BB-928311373257}">
      <dsp:nvSpPr>
        <dsp:cNvPr id="0" name=""/>
        <dsp:cNvSpPr/>
      </dsp:nvSpPr>
      <dsp:spPr>
        <a:xfrm>
          <a:off x="0" y="0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CE97954-A6CF-4D63-841F-B57031A31990}">
      <dsp:nvSpPr>
        <dsp:cNvPr id="0" name=""/>
        <dsp:cNvSpPr/>
      </dsp:nvSpPr>
      <dsp:spPr>
        <a:xfrm>
          <a:off x="0" y="0"/>
          <a:ext cx="5329236" cy="101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UI and Workflow Validation</a:t>
          </a:r>
          <a:endParaRPr lang="en-US" sz="2800" kern="1200" dirty="0"/>
        </a:p>
      </dsp:txBody>
      <dsp:txXfrm>
        <a:off x="0" y="0"/>
        <a:ext cx="5329236" cy="1014412"/>
      </dsp:txXfrm>
    </dsp:sp>
    <dsp:sp modelId="{C9E4ABCF-75C5-433A-B6DF-3C79F19442C4}">
      <dsp:nvSpPr>
        <dsp:cNvPr id="0" name=""/>
        <dsp:cNvSpPr/>
      </dsp:nvSpPr>
      <dsp:spPr>
        <a:xfrm>
          <a:off x="0" y="1014412"/>
          <a:ext cx="53292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59947C-A70A-4A16-9006-E79B0CF60ECA}">
      <dsp:nvSpPr>
        <dsp:cNvPr id="0" name=""/>
        <dsp:cNvSpPr/>
      </dsp:nvSpPr>
      <dsp:spPr>
        <a:xfrm>
          <a:off x="0" y="1014412"/>
          <a:ext cx="5329236" cy="101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Black-box Testing</a:t>
          </a:r>
          <a:endParaRPr lang="en-US" sz="2800" kern="1200" dirty="0"/>
        </a:p>
      </dsp:txBody>
      <dsp:txXfrm>
        <a:off x="0" y="1014412"/>
        <a:ext cx="5329236" cy="1014412"/>
      </dsp:txXfrm>
    </dsp:sp>
    <dsp:sp modelId="{26E86FA7-AC61-410B-A2ED-3872E4855F70}">
      <dsp:nvSpPr>
        <dsp:cNvPr id="0" name=""/>
        <dsp:cNvSpPr/>
      </dsp:nvSpPr>
      <dsp:spPr>
        <a:xfrm>
          <a:off x="0" y="2028824"/>
          <a:ext cx="532923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0637D4-8722-400A-872C-E2B5B4DFECF6}">
      <dsp:nvSpPr>
        <dsp:cNvPr id="0" name=""/>
        <dsp:cNvSpPr/>
      </dsp:nvSpPr>
      <dsp:spPr>
        <a:xfrm>
          <a:off x="0" y="2028825"/>
          <a:ext cx="5329236" cy="101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Module-wise Feature Verification</a:t>
          </a:r>
          <a:endParaRPr lang="en-US" sz="2800" kern="1200" dirty="0"/>
        </a:p>
      </dsp:txBody>
      <dsp:txXfrm>
        <a:off x="0" y="2028825"/>
        <a:ext cx="5329236" cy="1014412"/>
      </dsp:txXfrm>
    </dsp:sp>
    <dsp:sp modelId="{57904903-58C9-4B6C-A517-DD6F008163F6}">
      <dsp:nvSpPr>
        <dsp:cNvPr id="0" name=""/>
        <dsp:cNvSpPr/>
      </dsp:nvSpPr>
      <dsp:spPr>
        <a:xfrm>
          <a:off x="0" y="3043237"/>
          <a:ext cx="532923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8BED72-294C-491B-9DEA-74B07C6F7C83}">
      <dsp:nvSpPr>
        <dsp:cNvPr id="0" name=""/>
        <dsp:cNvSpPr/>
      </dsp:nvSpPr>
      <dsp:spPr>
        <a:xfrm>
          <a:off x="0" y="3043237"/>
          <a:ext cx="5329236" cy="101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Functional Testing</a:t>
          </a:r>
          <a:endParaRPr lang="en-US" sz="2800" kern="1200" dirty="0"/>
        </a:p>
      </dsp:txBody>
      <dsp:txXfrm>
        <a:off x="0" y="3043237"/>
        <a:ext cx="5329236" cy="1014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116EB-E3F7-4270-9DC7-6B9A9FF15BAF}">
      <dsp:nvSpPr>
        <dsp:cNvPr id="0" name=""/>
        <dsp:cNvSpPr/>
      </dsp:nvSpPr>
      <dsp:spPr>
        <a:xfrm>
          <a:off x="0" y="212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7E6A7-0519-46F5-9213-231B98CDB356}">
      <dsp:nvSpPr>
        <dsp:cNvPr id="0" name=""/>
        <dsp:cNvSpPr/>
      </dsp:nvSpPr>
      <dsp:spPr>
        <a:xfrm>
          <a:off x="0" y="2125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User Profile Interface</a:t>
          </a:r>
          <a:endParaRPr lang="en-US" sz="1600" kern="1200"/>
        </a:p>
      </dsp:txBody>
      <dsp:txXfrm>
        <a:off x="0" y="2125"/>
        <a:ext cx="10515600" cy="362357"/>
      </dsp:txXfrm>
    </dsp:sp>
    <dsp:sp modelId="{41886690-3CF5-4924-8F1A-389E5D7BE7B7}">
      <dsp:nvSpPr>
        <dsp:cNvPr id="0" name=""/>
        <dsp:cNvSpPr/>
      </dsp:nvSpPr>
      <dsp:spPr>
        <a:xfrm>
          <a:off x="0" y="3644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B3198-C6AD-4C4C-B92F-53D1BD7F3CF9}">
      <dsp:nvSpPr>
        <dsp:cNvPr id="0" name=""/>
        <dsp:cNvSpPr/>
      </dsp:nvSpPr>
      <dsp:spPr>
        <a:xfrm>
          <a:off x="0" y="364483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TC_UI_01: Create/Update Profile –  PASS</a:t>
          </a:r>
        </a:p>
      </dsp:txBody>
      <dsp:txXfrm>
        <a:off x="0" y="364483"/>
        <a:ext cx="10515600" cy="362357"/>
      </dsp:txXfrm>
    </dsp:sp>
    <dsp:sp modelId="{F980B46B-707D-4460-8AA0-9B9892F9A0A8}">
      <dsp:nvSpPr>
        <dsp:cNvPr id="0" name=""/>
        <dsp:cNvSpPr/>
      </dsp:nvSpPr>
      <dsp:spPr>
        <a:xfrm>
          <a:off x="0" y="72684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F0360-CD93-40D9-A634-BE4F7BF8C964}">
      <dsp:nvSpPr>
        <dsp:cNvPr id="0" name=""/>
        <dsp:cNvSpPr/>
      </dsp:nvSpPr>
      <dsp:spPr>
        <a:xfrm>
          <a:off x="0" y="726840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TC_UI_02: Upload Image for ML Analysis – PASS</a:t>
          </a:r>
        </a:p>
      </dsp:txBody>
      <dsp:txXfrm>
        <a:off x="0" y="726840"/>
        <a:ext cx="10515600" cy="362357"/>
      </dsp:txXfrm>
    </dsp:sp>
    <dsp:sp modelId="{83C6C190-03A1-4DE3-8A1C-3BF8AE1E8BDF}">
      <dsp:nvSpPr>
        <dsp:cNvPr id="0" name=""/>
        <dsp:cNvSpPr/>
      </dsp:nvSpPr>
      <dsp:spPr>
        <a:xfrm>
          <a:off x="0" y="10891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6B7F9-C7C6-4301-BEAF-024AEEEEA2EE}">
      <dsp:nvSpPr>
        <dsp:cNvPr id="0" name=""/>
        <dsp:cNvSpPr/>
      </dsp:nvSpPr>
      <dsp:spPr>
        <a:xfrm>
          <a:off x="0" y="1089198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Recommendation Interface</a:t>
          </a:r>
          <a:endParaRPr lang="en-US" sz="1600" kern="1200"/>
        </a:p>
      </dsp:txBody>
      <dsp:txXfrm>
        <a:off x="0" y="1089198"/>
        <a:ext cx="10515600" cy="362357"/>
      </dsp:txXfrm>
    </dsp:sp>
    <dsp:sp modelId="{904F87E7-5BF8-4522-A748-0D9DEC69BE12}">
      <dsp:nvSpPr>
        <dsp:cNvPr id="0" name=""/>
        <dsp:cNvSpPr/>
      </dsp:nvSpPr>
      <dsp:spPr>
        <a:xfrm>
          <a:off x="0" y="145155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DD69C-27DC-49CD-9EC1-01C506F9AA7D}">
      <dsp:nvSpPr>
        <dsp:cNvPr id="0" name=""/>
        <dsp:cNvSpPr/>
      </dsp:nvSpPr>
      <dsp:spPr>
        <a:xfrm>
          <a:off x="0" y="1451556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TC_REC_01: Generate Outfit Recommendations – PASS</a:t>
          </a:r>
        </a:p>
      </dsp:txBody>
      <dsp:txXfrm>
        <a:off x="0" y="1451556"/>
        <a:ext cx="10515600" cy="362357"/>
      </dsp:txXfrm>
    </dsp:sp>
    <dsp:sp modelId="{7835688B-F728-41D9-8488-8308B10E492A}">
      <dsp:nvSpPr>
        <dsp:cNvPr id="0" name=""/>
        <dsp:cNvSpPr/>
      </dsp:nvSpPr>
      <dsp:spPr>
        <a:xfrm>
          <a:off x="0" y="18139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FB0DC-7061-446B-87F5-92384B6B8364}">
      <dsp:nvSpPr>
        <dsp:cNvPr id="0" name=""/>
        <dsp:cNvSpPr/>
      </dsp:nvSpPr>
      <dsp:spPr>
        <a:xfrm>
          <a:off x="0" y="1813914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TC_REC_02: Update Recommendations – PASS</a:t>
          </a:r>
        </a:p>
      </dsp:txBody>
      <dsp:txXfrm>
        <a:off x="0" y="1813914"/>
        <a:ext cx="10515600" cy="362357"/>
      </dsp:txXfrm>
    </dsp:sp>
    <dsp:sp modelId="{03083192-CAA9-4E34-9D41-A19BC1EC233E}">
      <dsp:nvSpPr>
        <dsp:cNvPr id="0" name=""/>
        <dsp:cNvSpPr/>
      </dsp:nvSpPr>
      <dsp:spPr>
        <a:xfrm>
          <a:off x="0" y="217627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73F85-D86B-444B-B895-87133F3E5268}">
      <dsp:nvSpPr>
        <dsp:cNvPr id="0" name=""/>
        <dsp:cNvSpPr/>
      </dsp:nvSpPr>
      <dsp:spPr>
        <a:xfrm>
          <a:off x="0" y="2176272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Vendor Dashboard</a:t>
          </a:r>
          <a:endParaRPr lang="en-US" sz="1600" kern="1200"/>
        </a:p>
      </dsp:txBody>
      <dsp:txXfrm>
        <a:off x="0" y="2176272"/>
        <a:ext cx="10515600" cy="362357"/>
      </dsp:txXfrm>
    </dsp:sp>
    <dsp:sp modelId="{9419DB2D-8B1A-4344-A695-38EDE80D3116}">
      <dsp:nvSpPr>
        <dsp:cNvPr id="0" name=""/>
        <dsp:cNvSpPr/>
      </dsp:nvSpPr>
      <dsp:spPr>
        <a:xfrm>
          <a:off x="0" y="253862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AA786-03E9-449F-BA2B-B046BDAB4A72}">
      <dsp:nvSpPr>
        <dsp:cNvPr id="0" name=""/>
        <dsp:cNvSpPr/>
      </dsp:nvSpPr>
      <dsp:spPr>
        <a:xfrm>
          <a:off x="0" y="2538629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TC_VD_01: Upload Product – PASS</a:t>
          </a:r>
        </a:p>
      </dsp:txBody>
      <dsp:txXfrm>
        <a:off x="0" y="2538629"/>
        <a:ext cx="10515600" cy="362357"/>
      </dsp:txXfrm>
    </dsp:sp>
    <dsp:sp modelId="{8E2E440D-2428-4E23-BC43-765022439712}">
      <dsp:nvSpPr>
        <dsp:cNvPr id="0" name=""/>
        <dsp:cNvSpPr/>
      </dsp:nvSpPr>
      <dsp:spPr>
        <a:xfrm>
          <a:off x="0" y="29009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A379A-52F2-47F1-8C6F-79FFF7FE4395}">
      <dsp:nvSpPr>
        <dsp:cNvPr id="0" name=""/>
        <dsp:cNvSpPr/>
      </dsp:nvSpPr>
      <dsp:spPr>
        <a:xfrm>
          <a:off x="0" y="2900987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TC_VD_02: View Product Listing – PASS</a:t>
          </a:r>
        </a:p>
      </dsp:txBody>
      <dsp:txXfrm>
        <a:off x="0" y="2900987"/>
        <a:ext cx="10515600" cy="362357"/>
      </dsp:txXfrm>
    </dsp:sp>
    <dsp:sp modelId="{54EEF7DA-59EF-484F-AB44-F37019F9D075}">
      <dsp:nvSpPr>
        <dsp:cNvPr id="0" name=""/>
        <dsp:cNvSpPr/>
      </dsp:nvSpPr>
      <dsp:spPr>
        <a:xfrm>
          <a:off x="0" y="326334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76339-3AC5-4FA6-A8F5-684BB7359AA0}">
      <dsp:nvSpPr>
        <dsp:cNvPr id="0" name=""/>
        <dsp:cNvSpPr/>
      </dsp:nvSpPr>
      <dsp:spPr>
        <a:xfrm>
          <a:off x="0" y="3263345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Admin Panel</a:t>
          </a:r>
          <a:endParaRPr lang="en-US" sz="1600" kern="1200"/>
        </a:p>
      </dsp:txBody>
      <dsp:txXfrm>
        <a:off x="0" y="3263345"/>
        <a:ext cx="10515600" cy="362357"/>
      </dsp:txXfrm>
    </dsp:sp>
    <dsp:sp modelId="{5745E1AF-E4E7-4822-A176-10A12414B51F}">
      <dsp:nvSpPr>
        <dsp:cNvPr id="0" name=""/>
        <dsp:cNvSpPr/>
      </dsp:nvSpPr>
      <dsp:spPr>
        <a:xfrm>
          <a:off x="0" y="36257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28606-28E8-4AC2-8337-CD47A3128692}">
      <dsp:nvSpPr>
        <dsp:cNvPr id="0" name=""/>
        <dsp:cNvSpPr/>
      </dsp:nvSpPr>
      <dsp:spPr>
        <a:xfrm>
          <a:off x="0" y="3625703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TC_ADM_01: Approve Product – Fail</a:t>
          </a:r>
        </a:p>
      </dsp:txBody>
      <dsp:txXfrm>
        <a:off x="0" y="3625703"/>
        <a:ext cx="10515600" cy="362357"/>
      </dsp:txXfrm>
    </dsp:sp>
    <dsp:sp modelId="{B5C2DB0A-7A96-41EE-9D65-53077D2BC7BF}">
      <dsp:nvSpPr>
        <dsp:cNvPr id="0" name=""/>
        <dsp:cNvSpPr/>
      </dsp:nvSpPr>
      <dsp:spPr>
        <a:xfrm>
          <a:off x="0" y="398806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99D51-1EF8-46CA-831A-E4BFDA770CED}">
      <dsp:nvSpPr>
        <dsp:cNvPr id="0" name=""/>
        <dsp:cNvSpPr/>
      </dsp:nvSpPr>
      <dsp:spPr>
        <a:xfrm>
          <a:off x="0" y="3988060"/>
          <a:ext cx="10515600" cy="362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TC_ADM_02: Reject/Delete Product – PASS</a:t>
          </a:r>
        </a:p>
      </dsp:txBody>
      <dsp:txXfrm>
        <a:off x="0" y="3988060"/>
        <a:ext cx="10515600" cy="362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924F-2464-B304-8E04-47D5B775C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82075-D291-E89D-DF56-10595C498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7F9AF-B24F-5A8A-07B6-609FC170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9FEEE-E73A-103B-2E89-FF60345A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22F-08C3-2E29-7A59-21A63608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6905-5430-9618-FF62-DDB65E6D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ADC7-F36F-18A0-79F6-EE8C2009E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EF04-94D5-5B4D-047A-1E09F432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FCC82-9FA9-7657-B176-50747A7C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38679-AD14-15DC-6D5A-BF7B57D9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8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BB75-E5E6-1621-F886-B2CFADDC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D490C-C76D-FAC9-5C59-5D6011036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15BC1-399A-8986-7050-8E684083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D4A08-CAD6-C946-5F7D-39BE2AC1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9E73C-B95F-E7CB-230C-776F4E71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3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E11F-43F6-AB63-690B-4EC70B08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B27A-C069-96B0-8158-1FD1D8565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C2902-BAA3-295A-B2E5-87D8B64D4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4E3D7-C07E-BB70-06F2-D59134F6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11417-F26F-48BA-9BBC-E0129AF9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B6B11-1C84-BFE8-70B9-9FEBB75C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5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3C67-7656-CF32-495D-DD257A98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E2BC9-B858-E463-4CD3-CCC990361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170C3-0057-897F-A1D5-FB79490D3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2B4A7-D38E-E1F6-9840-BEEB25C5D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092E4-A4BF-D039-21F7-08545966A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0AE78-54DD-633C-A1C3-7C3E1F2C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5D4C6-E7F2-C6D1-791C-E5BE4A85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766B1-0EEE-07D0-CD32-3F3685F7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5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3F2E-DCF5-8890-6F3C-EC56E104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B23D1-9456-3121-C4DC-8E680406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14C9E-476B-2309-8BD1-5C1B5B2D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1CCED-91F5-6A3F-E6FB-A6E5CE32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9EE56-2EA5-EFC5-E307-3DC0A481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493A3-DE04-15B2-7E73-066B0FF9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149A3-559F-0A18-F192-4B63A4B1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5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D3CD-18DB-0FF3-8A48-31BC297B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D365-9E4F-9B17-A695-5ADD28E8B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D7AA8-7564-A131-585A-9B1ABE84C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6B0F-1579-0461-32D4-E2DA8FA1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0DA59-8844-7B18-8ACD-96D1E3DB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51D4C-936A-27C6-74A1-DA86BD29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2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8E82-31B0-BDCD-C01F-874E3AD0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C8876-A42C-9C4C-C22A-A15FF6DBD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CECC2-515B-4A16-3772-945AB92DD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85D27-BE0E-6B50-C175-9CF63FB2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DFECA-E675-25F7-826A-96510E84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9BF14-FAC7-9B35-4265-9FD5A0F8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5025-D24A-4C01-EF27-72FD6457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F3643-9A06-ECCC-0217-44F6A5C8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27EE9-CA32-3E05-BC6F-CB766C54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2FE74-4045-4ACA-825A-B42279C6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E685-1314-E58D-B18A-D40EB102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9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32BE1-DD10-C87E-94E0-5A5505386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5DCE4-CAF4-B577-A58A-729DABDF8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F7470-DD4B-CE3A-9F03-DAD127DC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E305-E7D0-2496-4BE0-4FD45FE1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79838-9256-F50E-AC8A-EA5DFD1B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2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0277B-5876-EEEB-4EEC-F4E22D96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AC460-883F-BD53-4F82-AED1E4ADC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2E7DA-391F-D0F8-0017-A0246023C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AB908-BFDF-4A5C-BD0E-C8619E8D26BC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D83AF-555D-D2FE-51F6-8B2CD93B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9D05-65BF-7769-B312-3A10E7EC1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52365-24AC-4F9B-B02A-068EAF00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3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F8E3D-E95C-A356-B4E0-C73CE5501397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MrDresser – Personalized Fashion Recommender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75B9B-E5D1-FE62-A545-3C78A233EEE7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/>
              <a:t>Presented by: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/>
              <a:t>		Umair Ahmad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/>
              <a:t>		Aqeel Abbas Khan</a:t>
            </a:r>
            <a:br>
              <a:rPr lang="en-US" sz="2400" b="1"/>
            </a:br>
            <a:endParaRPr lang="en-US" sz="2400" b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78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D11F6-13C5-4B52-26E2-7014F837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8F6CA-C73E-D675-5788-8DC9B73C5E78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C5FDE-D41C-C0F2-AA51-DEAAED148DE8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SRS Overview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Detailed Design Document (DDD)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Test Report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Q&amp;A</a:t>
            </a:r>
            <a:endParaRPr lang="en-US" sz="2400" b="0" i="0" dirty="0">
              <a:effectLst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9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2DE3A-A9D3-F500-BF90-12EB68A8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411D3-E198-9849-CBB6-20303D935F37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Functional Requirements (FR)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6DD3C-9538-14C7-8C21-1859641371DD}"/>
              </a:ext>
            </a:extLst>
          </p:cNvPr>
          <p:cNvSpPr txBox="1"/>
          <p:nvPr/>
        </p:nvSpPr>
        <p:spPr>
          <a:xfrm>
            <a:off x="838200" y="2704013"/>
            <a:ext cx="10148147" cy="363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i="0" dirty="0">
                <a:effectLst/>
              </a:rPr>
              <a:t>User Profile &amp; Personalization:</a:t>
            </a:r>
            <a:endParaRPr lang="en-US" sz="2000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Create/Update user profiles (age, gender, weight, profession).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Upload pictures for automatic face shape/skin tone detection.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Analyze images for face shape and color.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Handle invalid image formats (JPG/PNG only).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Allow profile viewing and editing.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Filter/prioritize outfit recommendations based on profile data</a:t>
            </a:r>
            <a:r>
              <a:rPr lang="en-US" dirty="0"/>
              <a:t>/uploaded image</a:t>
            </a:r>
            <a:r>
              <a:rPr lang="en-US" b="0" i="0" dirty="0">
                <a:effectLst/>
              </a:rPr>
              <a:t>.</a:t>
            </a:r>
          </a:p>
          <a:p>
            <a:r>
              <a:rPr lang="en-US" sz="2000" b="1" dirty="0"/>
              <a:t>Admin Dashboard &amp; Management: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 a dashboard for user/vendor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Approve/Reject vendor listings.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 inappropriate/invalid content.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 admin activities for auditing.</a:t>
            </a:r>
            <a:endParaRPr lang="en-US" sz="17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7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1E8BD-2C4A-63D8-4D11-D91D2285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B753679-6109-C243-1BE8-B6E694D3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94759DA-47BE-A13A-4588-B2FFF469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80E7C4F-205D-8D1A-7D33-218A7EA2F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3EC6BEB-894B-E415-F442-FF9EEEF62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C663372-3B01-16F3-D541-E1FA9578B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EDBBDCCF-08CA-D258-9FE9-BD752DE12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F9B5-B2B5-A5B2-0686-8C7CADB71703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Functional Requirements (FR)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B58A5-50D2-1D88-F60E-730CD279A043}"/>
              </a:ext>
            </a:extLst>
          </p:cNvPr>
          <p:cNvSpPr txBox="1"/>
          <p:nvPr/>
        </p:nvSpPr>
        <p:spPr>
          <a:xfrm>
            <a:off x="731526" y="2704013"/>
            <a:ext cx="10254822" cy="363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i="0" dirty="0">
                <a:effectLst/>
              </a:rPr>
              <a:t>Vendor Profile &amp; Business Management:</a:t>
            </a:r>
            <a:endParaRPr lang="en-US" sz="2000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Create/Update vendor business profiles.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Upload product listings (name, description, price, images).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Validate input fields and image formats for products.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Securely store vendor data.</a:t>
            </a:r>
          </a:p>
          <a:p>
            <a:pPr algn="l"/>
            <a:r>
              <a:rPr lang="en-US" sz="2000" b="1" i="0" dirty="0">
                <a:effectLst/>
              </a:rPr>
              <a:t>Product/Service Search:</a:t>
            </a:r>
            <a:endParaRPr lang="en-US" sz="2000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Perform keyword-based searches.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Filter results by product category and vendor type.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Sort results by proximity (if location access granted).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Gracefully handle empty search results.</a:t>
            </a:r>
            <a:endParaRPr lang="en-US" sz="17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9AF35F1-3236-399A-0A32-7BBD0AD5E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37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10CFA-60DD-493E-B7BF-0C2E5B9E7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FAA38B6A-70AF-2259-214C-47F0B1F48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A4EE484-CB82-0CB4-7D97-DA9AE9DC1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8EF1166-9489-8843-CB1C-05E26D8AA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4547B1D-D8BB-E24C-B1AF-7413C5548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071C708-D41B-D784-09EF-4E52B904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84E1C12F-B5BB-723B-2EBE-3718EA837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9D715-BBA8-119F-A9AC-A8D1B7F9B31F}"/>
              </a:ext>
            </a:extLst>
          </p:cNvPr>
          <p:cNvSpPr txBox="1"/>
          <p:nvPr/>
        </p:nvSpPr>
        <p:spPr>
          <a:xfrm>
            <a:off x="1043630" y="809898"/>
            <a:ext cx="10310169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/>
              <a:t> Non-Functional Requirements (NFR)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57326-D2A7-3028-E48F-E7B4CAD9D3C8}"/>
              </a:ext>
            </a:extLst>
          </p:cNvPr>
          <p:cNvSpPr txBox="1"/>
          <p:nvPr/>
        </p:nvSpPr>
        <p:spPr>
          <a:xfrm>
            <a:off x="731526" y="2704013"/>
            <a:ext cx="10254822" cy="363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2000" b="1" dirty="0"/>
              <a:t>Performance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 must load in </a:t>
            </a:r>
            <a:r>
              <a:rPr lang="en-US" b="1" dirty="0"/>
              <a:t>less than 3 seconds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results must return in </a:t>
            </a:r>
            <a:r>
              <a:rPr lang="en-US" b="1" dirty="0"/>
              <a:t>less than 2 seconds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should support </a:t>
            </a:r>
            <a:r>
              <a:rPr lang="en-US" b="1" dirty="0"/>
              <a:t>100+ concurrent users</a:t>
            </a:r>
            <a:r>
              <a:rPr lang="en-US" dirty="0"/>
              <a:t> without performance degradation.</a:t>
            </a:r>
          </a:p>
          <a:p>
            <a:r>
              <a:rPr lang="en-US" sz="2000" b="1" dirty="0"/>
              <a:t>Safety:</a:t>
            </a:r>
            <a:endParaRPr lang="en-US" sz="2000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Implement a </a:t>
            </a:r>
            <a:r>
              <a:rPr lang="en-US" altLang="en-US" b="1" dirty="0">
                <a:latin typeface="Arial" panose="020B0604020202020204" pitchFamily="34" charset="0"/>
              </a:rPr>
              <a:t>regular database backup strategy</a:t>
            </a:r>
            <a:r>
              <a:rPr lang="en-US" altLang="en-US" dirty="0">
                <a:latin typeface="Arial" panose="020B0604020202020204" pitchFamily="34" charset="0"/>
              </a:rPr>
              <a:t> (daily incremental + weekly full).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Error logs must be maintained with </a:t>
            </a:r>
            <a:r>
              <a:rPr lang="en-US" altLang="en-US" b="1" dirty="0">
                <a:latin typeface="Arial" panose="020B0604020202020204" pitchFamily="34" charset="0"/>
              </a:rPr>
              <a:t>alert notifications</a:t>
            </a:r>
            <a:r>
              <a:rPr lang="en-US" altLang="en-US" dirty="0">
                <a:latin typeface="Arial" panose="020B0604020202020204" pitchFamily="34" charset="0"/>
              </a:rPr>
              <a:t> for critical failures.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Security: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Passwords stored using hashing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communications via HTTPS.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 authentication for admin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HTTP(S) with token/OAuth for all user roles.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transmission and storage of sensitive user data.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7981C9B-DB46-98E2-00E0-E28CB02A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22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B26DF-F473-1A39-32FD-4ABD04E2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01E1A-C1C5-D0D9-2C71-1B5B32043B3E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Constraints and Other Parameters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1F852C-5EB2-153F-6522-5F56FC1DE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Time Duration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	The project must be completed within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5 to 6 months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Budget Constraint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	Total project budget is 7 to 8 lacs.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Technology Stack Preference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	The client prefers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open-source technologies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to minimize licensing 	costs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5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54199-4726-2A47-815B-732F969F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C8FAE-E873-A5F0-32BB-E494DB60BDDA}"/>
              </a:ext>
            </a:extLst>
          </p:cNvPr>
          <p:cNvSpPr txBox="1"/>
          <p:nvPr/>
        </p:nvSpPr>
        <p:spPr>
          <a:xfrm>
            <a:off x="1113810" y="2825248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Diagram: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23062686-DF89-E16D-0B4F-07F6802C4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301832"/>
            <a:ext cx="5536001" cy="4179679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3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30F8F-0716-BEB3-7F88-157040958F76}"/>
              </a:ext>
            </a:extLst>
          </p:cNvPr>
          <p:cNvSpPr txBox="1"/>
          <p:nvPr/>
        </p:nvSpPr>
        <p:spPr>
          <a:xfrm>
            <a:off x="1113810" y="2825248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 0 DFD: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6F90F-E495-9C21-E138-7F1A71BC1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05" t="2642" r="11052" b="9512"/>
          <a:stretch>
            <a:fillRect/>
          </a:stretch>
        </p:blipFill>
        <p:spPr>
          <a:xfrm>
            <a:off x="5150144" y="754388"/>
            <a:ext cx="6545032" cy="496124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9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678D3-8BA3-4DE9-CA1F-DF11AF41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CEB32-6EE1-5EC1-23F0-A3A1B9418435}"/>
              </a:ext>
            </a:extLst>
          </p:cNvPr>
          <p:cNvSpPr txBox="1"/>
          <p:nvPr/>
        </p:nvSpPr>
        <p:spPr>
          <a:xfrm>
            <a:off x="1113810" y="2825248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DFD Level 01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750F0-E003-FB93-9FF2-D8B2BF3D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4" r="7201"/>
          <a:stretch>
            <a:fillRect/>
          </a:stretch>
        </p:blipFill>
        <p:spPr>
          <a:xfrm>
            <a:off x="5920073" y="223158"/>
            <a:ext cx="5540840" cy="588045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5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7B386-E19C-1F5C-EB0E-A160C8285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09" y="2825248"/>
            <a:ext cx="4304167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DFD Level 02: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11F509B5-3D25-5CDC-6D0C-96B7B7EF7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710112"/>
            <a:ext cx="5536001" cy="336312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4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BE82F-9FE6-3B96-73FB-2444FB39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A7B9C-F83B-B2BF-98E7-A3372FA3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 Diagram: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software&#10;&#10;AI-generated content may be incorrect.">
            <a:extLst>
              <a:ext uri="{FF2B5EF4-FFF2-40B4-BE49-F238E27FC236}">
                <a16:creationId xmlns:a16="http://schemas.microsoft.com/office/drawing/2014/main" id="{4BD128A5-CA0B-E861-A7EA-E934E89B6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82" y="928201"/>
            <a:ext cx="4557421" cy="49269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2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33BD8-D233-EAF1-EDD4-D471429E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F46EE4F-9A72-5B4A-6B7B-737131CA4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9BFEB-69E2-16D1-AED2-03CA40FA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sequence Diagram: User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14650A-A748-26B5-DE0D-21442BF3D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C38514-AA55-5B32-F405-9CCC34B2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1904BA5-4DE0-5ADE-C28F-601B6A185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5B795E-F398-D1D1-B62E-BCF862418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BF441-050E-11F8-A6CA-58B12908D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2614D2-D962-617C-4A1A-DB58888C6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73B0B816-847B-1288-31D5-2FB8B91B3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200" y="1216003"/>
            <a:ext cx="5342366" cy="4351338"/>
          </a:xfrm>
        </p:spPr>
      </p:pic>
    </p:spTree>
    <p:extLst>
      <p:ext uri="{BB962C8B-B14F-4D97-AF65-F5344CB8AC3E}">
        <p14:creationId xmlns:p14="http://schemas.microsoft.com/office/powerpoint/2010/main" val="403032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191FB-433A-1746-0833-30B16B4A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B537D-B27B-8B57-623F-EE2CFF8A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sequence Diagram: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D0BD78-48E6-A18A-381A-B6A288455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1191112"/>
            <a:ext cx="5536001" cy="440112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6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A8FE8-571B-B818-B124-DEA662D5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39EC4-FA38-CE63-B109-7ABD495A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 Diagram: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iagram of a communication diagram&#10;&#10;AI-generated content may be incorrect.">
            <a:extLst>
              <a:ext uri="{FF2B5EF4-FFF2-40B4-BE49-F238E27FC236}">
                <a16:creationId xmlns:a16="http://schemas.microsoft.com/office/drawing/2014/main" id="{C9EE8764-9364-1817-2D3B-EA35FA8C1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810" y="914401"/>
            <a:ext cx="5955254" cy="49841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82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7DC15-6442-E932-CCA0-1ED7CA4C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414"/>
            <a:ext cx="12191999" cy="6032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291813-9A38-19DA-D5EB-D6A0BEB5786F}"/>
              </a:ext>
            </a:extLst>
          </p:cNvPr>
          <p:cNvSpPr txBox="1"/>
          <p:nvPr/>
        </p:nvSpPr>
        <p:spPr>
          <a:xfrm>
            <a:off x="3582649" y="134911"/>
            <a:ext cx="4631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415136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556C2-E914-E5DD-A5F3-52720DC1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FFD569-BE8B-2A4D-91FA-7FD6E0E9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05"/>
            <a:ext cx="12191999" cy="68126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36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04DC5-2C9A-1E50-2A43-3A9BD1C9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C4E7B2-0F01-5DC5-D2DA-406A169C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40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BCDF6-9030-A88E-45E6-EDD2C8DA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9BB01-8CEC-4BB1-B700-A04985DA8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03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16148-6F38-9C0B-AE86-8BE700B9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43D09-F21A-589C-8A8D-AE233C645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0" r="-1" b="-1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1998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C2064-DAE6-19DD-F6B5-337A30CB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16"/>
          <a:stretch>
            <a:fillRect/>
          </a:stretch>
        </p:blipFill>
        <p:spPr>
          <a:xfrm>
            <a:off x="0" y="-1"/>
            <a:ext cx="12192000" cy="6812695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73AE50-96E7-86FE-D16A-BFE5B8D7C449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79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02FB5-CAC1-5C09-E878-72E60B17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E91A9-EACA-2294-A855-E8FDA0DC3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54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06CE15AD-5CCF-1A0C-0B7A-CF20FA69B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7" r="13162" b="2"/>
          <a:stretch>
            <a:fillRect/>
          </a:stretch>
        </p:blipFill>
        <p:spPr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C3A880-4950-77C0-D232-1DF4C461CED5}"/>
              </a:ext>
            </a:extLst>
          </p:cNvPr>
          <p:cNvSpPr txBox="1"/>
          <p:nvPr/>
        </p:nvSpPr>
        <p:spPr>
          <a:xfrm>
            <a:off x="1045658" y="1897340"/>
            <a:ext cx="3337715" cy="1880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 Types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61B84155-406F-0505-997D-1B18B70DB2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81313"/>
              </p:ext>
            </p:extLst>
          </p:nvPr>
        </p:nvGraphicFramePr>
        <p:xfrm>
          <a:off x="6096000" y="1897339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68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19E94-BF8F-4BD3-7711-54FADB35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51BE4-5B9B-CB91-CDDC-F8F5F4881626}"/>
              </a:ext>
            </a:extLst>
          </p:cNvPr>
          <p:cNvSpPr txBox="1"/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 Cases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F7A011B2-F978-C7E4-6487-0E2654379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393116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1282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24CAE-DFCA-F9A7-CC2B-32EE19D0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F52D41A-00DF-AB05-EE50-597F7699F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909" y="2023110"/>
            <a:ext cx="2469624" cy="2846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7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Test Report &amp; Status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7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F7E2BC-89AA-B3DB-43DB-1F40B5D43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046335"/>
              </p:ext>
            </p:extLst>
          </p:nvPr>
        </p:nvGraphicFramePr>
        <p:xfrm>
          <a:off x="545238" y="1387910"/>
          <a:ext cx="7608307" cy="4153139"/>
        </p:xfrm>
        <a:graphic>
          <a:graphicData uri="http://schemas.openxmlformats.org/drawingml/2006/table">
            <a:tbl>
              <a:tblPr firstRow="1" bandRow="1">
                <a:noFill/>
                <a:tableStyleId>{8EC20E35-A176-4012-BC5E-935CFFF8708E}</a:tableStyleId>
              </a:tblPr>
              <a:tblGrid>
                <a:gridCol w="2171492">
                  <a:extLst>
                    <a:ext uri="{9D8B030D-6E8A-4147-A177-3AD203B41FA5}">
                      <a16:colId xmlns:a16="http://schemas.microsoft.com/office/drawing/2014/main" val="1711953567"/>
                    </a:ext>
                  </a:extLst>
                </a:gridCol>
                <a:gridCol w="1229937">
                  <a:extLst>
                    <a:ext uri="{9D8B030D-6E8A-4147-A177-3AD203B41FA5}">
                      <a16:colId xmlns:a16="http://schemas.microsoft.com/office/drawing/2014/main" val="698076139"/>
                    </a:ext>
                  </a:extLst>
                </a:gridCol>
                <a:gridCol w="1390251">
                  <a:extLst>
                    <a:ext uri="{9D8B030D-6E8A-4147-A177-3AD203B41FA5}">
                      <a16:colId xmlns:a16="http://schemas.microsoft.com/office/drawing/2014/main" val="3382003658"/>
                    </a:ext>
                  </a:extLst>
                </a:gridCol>
                <a:gridCol w="1216390">
                  <a:extLst>
                    <a:ext uri="{9D8B030D-6E8A-4147-A177-3AD203B41FA5}">
                      <a16:colId xmlns:a16="http://schemas.microsoft.com/office/drawing/2014/main" val="1748002859"/>
                    </a:ext>
                  </a:extLst>
                </a:gridCol>
                <a:gridCol w="1600237">
                  <a:extLst>
                    <a:ext uri="{9D8B030D-6E8A-4147-A177-3AD203B41FA5}">
                      <a16:colId xmlns:a16="http://schemas.microsoft.com/office/drawing/2014/main" val="3477300821"/>
                    </a:ext>
                  </a:extLst>
                </a:gridCol>
              </a:tblGrid>
              <a:tr h="966753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Module</a:t>
                      </a:r>
                    </a:p>
                  </a:txBody>
                  <a:tcPr marL="91040" marR="111090" marT="26011" marB="1950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Test Cases</a:t>
                      </a:r>
                    </a:p>
                  </a:txBody>
                  <a:tcPr marL="91040" marR="111090" marT="26011" marB="1950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Passed</a:t>
                      </a:r>
                    </a:p>
                  </a:txBody>
                  <a:tcPr marL="91040" marR="111090" marT="26011" marB="1950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Failed</a:t>
                      </a:r>
                    </a:p>
                  </a:txBody>
                  <a:tcPr marL="91040" marR="111090" marT="26011" marB="1950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Remarks</a:t>
                      </a:r>
                    </a:p>
                  </a:txBody>
                  <a:tcPr marL="91040" marR="111090" marT="26011" marB="1950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33598"/>
                  </a:ext>
                </a:extLst>
              </a:tr>
              <a:tr h="533232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User Profile</a:t>
                      </a:r>
                    </a:p>
                  </a:txBody>
                  <a:tcPr marL="91040" marR="111090" marT="26011" marB="19508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All functional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947621"/>
                  </a:ext>
                </a:extLst>
              </a:tr>
              <a:tr h="533232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Recommendation</a:t>
                      </a:r>
                    </a:p>
                  </a:txBody>
                  <a:tcPr marL="91040" marR="111090" marT="26011" marB="19508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ML Triggered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13012"/>
                  </a:ext>
                </a:extLst>
              </a:tr>
              <a:tr h="533232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Vendor Dashboard</a:t>
                      </a:r>
                    </a:p>
                  </a:txBody>
                  <a:tcPr marL="91040" marR="111090" marT="26011" marB="19508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UI validated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2310"/>
                  </a:ext>
                </a:extLst>
              </a:tr>
              <a:tr h="793345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Admin Panel</a:t>
                      </a:r>
                    </a:p>
                  </a:txBody>
                  <a:tcPr marL="91040" marR="111090" marT="26011" marB="19508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Logs maintained</a:t>
                      </a: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677726"/>
                  </a:ext>
                </a:extLst>
              </a:tr>
              <a:tr h="793345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040" marR="111090" marT="26011" marB="19508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62.5 % Pass Rate</a:t>
                      </a:r>
                      <a:endParaRPr lang="en-US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1040" marR="111090" marT="26011" marB="195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12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621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6F769-AD8C-F2BC-B43D-1A504153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02739D2-71C2-9A90-EAF9-873ADE3D7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419A3A-B8A3-E2D7-CFFC-B578B7535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909" y="2023110"/>
            <a:ext cx="2469624" cy="2846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/>
              <a:t>Test Coverage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8C1583-2E43-44F3-B749-53CF650AB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381921-4F38-D852-8A1A-3BA488DC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DEAE50-9DCC-D196-F697-4168EC94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B22C2E-FB59-6DE4-692E-014AE1FAB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740"/>
          <a:stretch>
            <a:fillRect/>
          </a:stretch>
        </p:blipFill>
        <p:spPr>
          <a:xfrm>
            <a:off x="594375" y="1435979"/>
            <a:ext cx="7580261" cy="412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6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558</Words>
  <Application>Microsoft Office PowerPoint</Application>
  <PresentationFormat>Widescreen</PresentationFormat>
  <Paragraphs>115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DFD Level 02:</vt:lpstr>
      <vt:lpstr>Class Diagram:</vt:lpstr>
      <vt:lpstr>System sequence Diagram: User</vt:lpstr>
      <vt:lpstr>System sequence Diagram:</vt:lpstr>
      <vt:lpstr>Communication Diagram: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Aqeel Abbas Khan</dc:creator>
  <cp:lastModifiedBy>Umair Ahmad</cp:lastModifiedBy>
  <cp:revision>31</cp:revision>
  <dcterms:created xsi:type="dcterms:W3CDTF">2025-06-16T05:01:40Z</dcterms:created>
  <dcterms:modified xsi:type="dcterms:W3CDTF">2025-06-20T12:10:33Z</dcterms:modified>
</cp:coreProperties>
</file>